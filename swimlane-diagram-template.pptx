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4" r:id="rId1"/>
  </p:sldMasterIdLst>
  <p:notesMasterIdLst>
    <p:notesMasterId r:id="rId4"/>
  </p:notesMasterIdLst>
  <p:sldIdLst>
    <p:sldId id="280" r:id="rId2"/>
    <p:sldId id="95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F7F7F7"/>
    <a:srgbClr val="E9EEF2"/>
    <a:srgbClr val="81955B"/>
    <a:srgbClr val="E8EEF8"/>
    <a:srgbClr val="4D355D"/>
    <a:srgbClr val="A485B9"/>
    <a:srgbClr val="618197"/>
    <a:srgbClr val="6F6F74"/>
    <a:srgbClr val="7C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CF1EB-D4CC-4E21-BC45-F2AC3FAEF015}" v="1" dt="2019-10-22T14:52:12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6374" autoAdjust="0"/>
  </p:normalViewPr>
  <p:slideViewPr>
    <p:cSldViewPr snapToGrid="0">
      <p:cViewPr varScale="1">
        <p:scale>
          <a:sx n="81" d="100"/>
          <a:sy n="81" d="100"/>
        </p:scale>
        <p:origin x="77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9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318CE-7023-48EA-BE1A-FD2616466EB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83ABE-9E7F-4857-9FB1-B4EF346C8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1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7A46-A3E6-4C15-8A4F-2E511648F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83DBD-DBF8-4B72-8879-A112C28A5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9404D-7A9E-4637-B52D-85003181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16272-3AF4-467E-9683-ED008113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3B4B-9A22-42FE-83FA-AAE185AE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97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19F2-FD2A-4BA7-8F67-C0E1C433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5841-04A5-458C-AE69-D827BA29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4A68D-E647-41EB-9F29-E8C79129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08C8A-1225-44B9-806A-4771660F7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5486F-63A8-4A74-B5B3-7E72B248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0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3844-9930-4479-8911-487A4456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1876-8CDB-4111-885C-DBB496388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94714-E7F6-430E-BD13-ACB39A16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E9F45-7D17-448C-8AFB-4C3CF490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592F-1ADD-458A-B19C-4BAEBB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01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A3D4-2C53-40EE-BB87-C97C3F80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CFBD-B808-46C2-A1CB-A4E287A61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9D80-470E-440A-93CD-8B0522908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83FBE-6FBF-493C-A604-52BA2DEB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C9D0D-0105-42C2-8A61-6567FF60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C5A63-B2CB-43C8-984A-2E1AFE00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01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47FE-F115-406E-A2D7-8C6A61D2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D0B45-3C13-4D50-A7B5-44E2BF458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F7E04-C209-41E5-98D5-2BBB2E8B2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50BCB-73C6-4BE7-AE7B-873AD3E04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866B8-F2C8-4865-B0E8-6CA2E9F11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70913-717F-4BDB-A75B-78887592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BE7A5-BEE6-40E8-BCEB-1CCD4852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D4621-AD64-4265-B971-084FCA05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29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FA62-1D87-44E5-B770-37F8A6B0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EBC61-1120-4D33-A7BD-4C971AFC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A0A5F-0C72-431C-8AA9-79C7FC24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260C3-62CE-4848-8AC7-35E1A417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6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8638C-D794-47AF-BE65-A06A91FF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5D90A-398B-47E5-80ED-7EBB25B9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FA4BE-7D79-4235-AF1E-A879BCFE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3385-7DCF-4D97-8142-DCF818DC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ACAA-96FB-4C9D-ABDC-55FE888A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99227-06EE-4E0D-B5CC-94F1E04DC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948D8-E996-4978-8684-4ECB0237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41BCE-37A9-4879-B8B3-272785AB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3B513-96DD-4AA0-B986-5A686270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79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C1AB-77F9-4A10-947E-ABEFAF3A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57F43-3F5B-4A6F-898C-30E3AFDE7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016EF-1C89-4C1D-A3F6-041CB22D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8B2D4-73C1-4813-8184-27B232D6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B3CB2-F60D-4CFB-8185-490A5AFE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3E2B-0E2E-437B-AA94-73C09607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3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B3AB-DAF5-483C-B090-3AABA561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3F314-EF08-4F24-8CE2-790F891D8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34D4A-882D-401D-A63F-F20ABBF0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20F6A-053C-498F-BB69-1240CB81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B962E-DB1D-4F7E-9CC3-B88632B7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6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419AA-E84D-48DE-9C73-659FD8195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4699C-6922-412B-94CA-406BE1720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13DC-EF69-4DC3-84C2-25D24CDF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FD102-1503-41C3-A7A9-142E6D7A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DC7F4-21FF-4C9C-98C0-F1051F91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30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48E70-4D2D-4EB1-A2FA-5A2B0E8E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1772-C888-45D3-85D2-8636A911E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ED9C7-E26E-496C-99A9-EAA48AC26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85BC7-C0BD-49A1-8D05-309040419B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C0AD-D8DC-4937-A81E-C0D303B29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A4FDA-CFCD-46A2-95C7-327C82781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7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26" Type="http://schemas.openxmlformats.org/officeDocument/2006/relationships/tags" Target="../tags/tag22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16" Type="http://schemas.openxmlformats.org/officeDocument/2006/relationships/tags" Target="../tags/tag216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27" Type="http://schemas.openxmlformats.org/officeDocument/2006/relationships/tags" Target="../tags/tag227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tags" Target="../tags/tag182.xml"/><Relationship Id="rId217" Type="http://schemas.openxmlformats.org/officeDocument/2006/relationships/tags" Target="../tags/tag217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5" Type="http://schemas.openxmlformats.org/officeDocument/2006/relationships/tags" Target="../tags/tag65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51" Type="http://schemas.openxmlformats.org/officeDocument/2006/relationships/tags" Target="../tags/tag151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28" Type="http://schemas.openxmlformats.org/officeDocument/2006/relationships/tags" Target="../tags/tag228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230" Type="http://schemas.openxmlformats.org/officeDocument/2006/relationships/tags" Target="../tags/tag230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tags" Target="../tags/tag179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0" Type="http://schemas.openxmlformats.org/officeDocument/2006/relationships/tags" Target="../tags/tag220.xml"/><Relationship Id="rId225" Type="http://schemas.openxmlformats.org/officeDocument/2006/relationships/tags" Target="../tags/tag225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185" Type="http://schemas.openxmlformats.org/officeDocument/2006/relationships/tags" Target="../tags/tag18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tags" Target="../tags/tag180.xml"/><Relationship Id="rId210" Type="http://schemas.openxmlformats.org/officeDocument/2006/relationships/tags" Target="../tags/tag210.xml"/><Relationship Id="rId215" Type="http://schemas.openxmlformats.org/officeDocument/2006/relationships/tags" Target="../tags/tag215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slideLayout" Target="../slideLayouts/slideLayout6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image" Target="../media/image3.png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37F2D38-0611-4881-8FC3-28B9DE535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4BBF45-E112-42E9-855C-40B1C6D7E1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97" y="6131659"/>
            <a:ext cx="1692915" cy="24768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3493B1-CA18-492C-8FC1-4DF5F29E67C9}"/>
              </a:ext>
            </a:extLst>
          </p:cNvPr>
          <p:cNvCxnSpPr>
            <a:cxnSpLocks/>
          </p:cNvCxnSpPr>
          <p:nvPr/>
        </p:nvCxnSpPr>
        <p:spPr>
          <a:xfrm>
            <a:off x="605990" y="1127812"/>
            <a:ext cx="10983132" cy="0"/>
          </a:xfrm>
          <a:prstGeom prst="line">
            <a:avLst/>
          </a:prstGeom>
          <a:ln w="25400">
            <a:solidFill>
              <a:srgbClr val="737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9C7893D4-B1C5-4FEA-997D-E84689AF11F4}"/>
              </a:ext>
            </a:extLst>
          </p:cNvPr>
          <p:cNvSpPr txBox="1">
            <a:spLocks/>
          </p:cNvSpPr>
          <p:nvPr/>
        </p:nvSpPr>
        <p:spPr>
          <a:xfrm>
            <a:off x="541608" y="1296100"/>
            <a:ext cx="4689552" cy="1236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Office Timeline add-in for PowerPoint will help you edit it with just a few clicks.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Get your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14-day trial of Office Timeline here: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u="sng" dirty="0">
                <a:solidFill>
                  <a:srgbClr val="C43E1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https://www.officetimeline.com/office-timeline/14-days-trial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Re-open this template, and create your impressive 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PowerPoint visual in 3 easy steps: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CA27E-B9E5-4D53-8E6C-E5ED5C19F38D}"/>
              </a:ext>
            </a:extLst>
          </p:cNvPr>
          <p:cNvSpPr/>
          <p:nvPr/>
        </p:nvSpPr>
        <p:spPr>
          <a:xfrm>
            <a:off x="541608" y="444366"/>
            <a:ext cx="109831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How to update this template in seconds</a:t>
            </a:r>
            <a:endParaRPr lang="en-US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CB4A45-0BF5-4F47-B60E-7F1A59D500B1}"/>
              </a:ext>
            </a:extLst>
          </p:cNvPr>
          <p:cNvGrpSpPr/>
          <p:nvPr/>
        </p:nvGrpSpPr>
        <p:grpSpPr>
          <a:xfrm>
            <a:off x="637515" y="3267834"/>
            <a:ext cx="4593644" cy="1831216"/>
            <a:chOff x="637515" y="3267834"/>
            <a:chExt cx="4593644" cy="1831216"/>
          </a:xfrm>
        </p:grpSpPr>
        <p:grpSp>
          <p:nvGrpSpPr>
            <p:cNvPr id="8" name="Group 7" descr="Small circle with number 1 inside  indicating step 1">
              <a:extLst>
                <a:ext uri="{FF2B5EF4-FFF2-40B4-BE49-F238E27FC236}">
                  <a16:creationId xmlns:a16="http://schemas.microsoft.com/office/drawing/2014/main" id="{0666101F-A056-496B-8241-B717914ECD59}"/>
                </a:ext>
              </a:extLst>
            </p:cNvPr>
            <p:cNvGrpSpPr/>
            <p:nvPr/>
          </p:nvGrpSpPr>
          <p:grpSpPr bwMode="blackWhite">
            <a:xfrm>
              <a:off x="637515" y="3269909"/>
              <a:ext cx="366361" cy="320323"/>
              <a:chOff x="7059389" y="785291"/>
              <a:chExt cx="366361" cy="320323"/>
            </a:xfrm>
          </p:grpSpPr>
          <p:sp>
            <p:nvSpPr>
              <p:cNvPr id="18" name="Oval 17" descr="Small circle">
                <a:extLst>
                  <a:ext uri="{FF2B5EF4-FFF2-40B4-BE49-F238E27FC236}">
                    <a16:creationId xmlns:a16="http://schemas.microsoft.com/office/drawing/2014/main" id="{8FFEEBAA-8770-4C93-82E6-59DDB2A95A7C}"/>
                  </a:ext>
                </a:extLst>
              </p:cNvPr>
              <p:cNvSpPr/>
              <p:nvPr/>
            </p:nvSpPr>
            <p:spPr bwMode="blackWhite">
              <a:xfrm>
                <a:off x="7082408" y="785291"/>
                <a:ext cx="320323" cy="320323"/>
              </a:xfrm>
              <a:prstGeom prst="ellipse">
                <a:avLst/>
              </a:prstGeom>
              <a:solidFill>
                <a:srgbClr val="7373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 descr="Number 1">
                <a:extLst>
                  <a:ext uri="{FF2B5EF4-FFF2-40B4-BE49-F238E27FC236}">
                    <a16:creationId xmlns:a16="http://schemas.microsoft.com/office/drawing/2014/main" id="{3EBCBE3A-6580-40EB-AA2F-0E279DAA4B35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7059389" y="806953"/>
                <a:ext cx="3663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1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5B9326-A6F6-4A79-8936-27DBE7C60358}"/>
                </a:ext>
              </a:extLst>
            </p:cNvPr>
            <p:cNvGrpSpPr/>
            <p:nvPr userDrawn="1"/>
          </p:nvGrpSpPr>
          <p:grpSpPr>
            <a:xfrm>
              <a:off x="637515" y="3962297"/>
              <a:ext cx="366361" cy="320323"/>
              <a:chOff x="637515" y="3893421"/>
              <a:chExt cx="366361" cy="320323"/>
            </a:xfrm>
          </p:grpSpPr>
          <p:sp>
            <p:nvSpPr>
              <p:cNvPr id="16" name="Oval 15" descr="Small circle">
                <a:extLst>
                  <a:ext uri="{FF2B5EF4-FFF2-40B4-BE49-F238E27FC236}">
                    <a16:creationId xmlns:a16="http://schemas.microsoft.com/office/drawing/2014/main" id="{614155FF-509D-464B-8377-D251AF5D735E}"/>
                  </a:ext>
                </a:extLst>
              </p:cNvPr>
              <p:cNvSpPr/>
              <p:nvPr userDrawn="1"/>
            </p:nvSpPr>
            <p:spPr bwMode="blackWhite">
              <a:xfrm>
                <a:off x="660534" y="3893421"/>
                <a:ext cx="320323" cy="320323"/>
              </a:xfrm>
              <a:prstGeom prst="ellipse">
                <a:avLst/>
              </a:prstGeom>
              <a:solidFill>
                <a:srgbClr val="7373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TextBox 16" descr="Number 1">
                <a:extLst>
                  <a:ext uri="{FF2B5EF4-FFF2-40B4-BE49-F238E27FC236}">
                    <a16:creationId xmlns:a16="http://schemas.microsoft.com/office/drawing/2014/main" id="{EF8A35E1-B17C-4E6A-85FD-82FB92AB5F48}"/>
                  </a:ext>
                </a:extLst>
              </p:cNvPr>
              <p:cNvSpPr txBox="1">
                <a:spLocks noChangeAspect="1"/>
              </p:cNvSpPr>
              <p:nvPr userDrawn="1"/>
            </p:nvSpPr>
            <p:spPr bwMode="blackWhite">
              <a:xfrm>
                <a:off x="637515" y="3915083"/>
                <a:ext cx="3663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2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0BB5F54-2190-45B8-84C0-741045814981}"/>
                </a:ext>
              </a:extLst>
            </p:cNvPr>
            <p:cNvGrpSpPr/>
            <p:nvPr userDrawn="1"/>
          </p:nvGrpSpPr>
          <p:grpSpPr>
            <a:xfrm>
              <a:off x="637515" y="4654685"/>
              <a:ext cx="366361" cy="320323"/>
              <a:chOff x="637515" y="4654685"/>
              <a:chExt cx="366361" cy="320323"/>
            </a:xfrm>
          </p:grpSpPr>
          <p:sp>
            <p:nvSpPr>
              <p:cNvPr id="14" name="Oval 13" descr="Small circle">
                <a:extLst>
                  <a:ext uri="{FF2B5EF4-FFF2-40B4-BE49-F238E27FC236}">
                    <a16:creationId xmlns:a16="http://schemas.microsoft.com/office/drawing/2014/main" id="{6C665178-1B9B-4CB6-B521-137B8F1280CD}"/>
                  </a:ext>
                </a:extLst>
              </p:cNvPr>
              <p:cNvSpPr/>
              <p:nvPr userDrawn="1"/>
            </p:nvSpPr>
            <p:spPr bwMode="blackWhite">
              <a:xfrm>
                <a:off x="660534" y="4654685"/>
                <a:ext cx="320323" cy="320323"/>
              </a:xfrm>
              <a:prstGeom prst="ellipse">
                <a:avLst/>
              </a:prstGeom>
              <a:solidFill>
                <a:srgbClr val="7373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TextBox 14" descr="Number 1">
                <a:extLst>
                  <a:ext uri="{FF2B5EF4-FFF2-40B4-BE49-F238E27FC236}">
                    <a16:creationId xmlns:a16="http://schemas.microsoft.com/office/drawing/2014/main" id="{5698F8D9-22D4-400F-A12F-22B4FF4F992A}"/>
                  </a:ext>
                </a:extLst>
              </p:cNvPr>
              <p:cNvSpPr txBox="1">
                <a:spLocks noChangeAspect="1"/>
              </p:cNvSpPr>
              <p:nvPr userDrawn="1"/>
            </p:nvSpPr>
            <p:spPr bwMode="blackWhite">
              <a:xfrm>
                <a:off x="637515" y="4676347"/>
                <a:ext cx="3663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3</a:t>
                </a:r>
              </a:p>
            </p:txBody>
          </p:sp>
        </p:grpSp>
        <p:sp>
          <p:nvSpPr>
            <p:cNvPr id="11" name="Content Placeholder 17">
              <a:extLst>
                <a:ext uri="{FF2B5EF4-FFF2-40B4-BE49-F238E27FC236}">
                  <a16:creationId xmlns:a16="http://schemas.microsoft.com/office/drawing/2014/main" id="{F8E300B2-EF53-4BAA-A47F-6D4F2E01A71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56513" y="3267834"/>
              <a:ext cx="4069351" cy="3556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Aft>
                  <a:spcPts val="600"/>
                </a:spcAft>
                <a:buNone/>
                <a:defRPr/>
              </a:pPr>
              <a:r>
                <a:rPr lang="en-US" sz="1200" b="0" dirty="0"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Click the Edit Data button on the Office Timeline tab.</a:t>
              </a:r>
              <a:endParaRPr lang="en-US" sz="1200" b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ontent Placeholder 17">
              <a:extLst>
                <a:ext uri="{FF2B5EF4-FFF2-40B4-BE49-F238E27FC236}">
                  <a16:creationId xmlns:a16="http://schemas.microsoft.com/office/drawing/2014/main" id="{CDA20BD9-86E6-4922-B46C-BFBE6A9F5EC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55299" y="3890130"/>
              <a:ext cx="3972687" cy="5013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Aft>
                  <a:spcPts val="2000"/>
                </a:spcAft>
                <a:buNone/>
                <a:defRPr/>
              </a:pPr>
              <a:r>
                <a:rPr lang="en-US" sz="12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 the Data and Timeline views to edit swimlanes, milestones and tasks.</a:t>
              </a:r>
            </a:p>
          </p:txBody>
        </p:sp>
        <p:sp>
          <p:nvSpPr>
            <p:cNvPr id="13" name="Content Placeholder 17">
              <a:extLst>
                <a:ext uri="{FF2B5EF4-FFF2-40B4-BE49-F238E27FC236}">
                  <a16:creationId xmlns:a16="http://schemas.microsoft.com/office/drawing/2014/main" id="{92FFF896-9BAA-450D-B7DF-A699981489B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56513" y="4659365"/>
              <a:ext cx="4174646" cy="43968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Aft>
                  <a:spcPts val="600"/>
                </a:spcAft>
                <a:buNone/>
                <a:defRPr/>
              </a:pPr>
              <a:r>
                <a:rPr lang="en-US" sz="1200" b="0" dirty="0"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Click Save to instantly update the template.</a:t>
              </a:r>
              <a:endParaRPr lang="en-US" sz="1200" b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375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EFEFE"/>
            </a:gs>
            <a:gs pos="100000">
              <a:srgbClr val="F7F7F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TLSHAPE_SL_089d7eb988274527948a1ef4646e8746_BackgroundRectangle">
            <a:extLst>
              <a:ext uri="{FF2B5EF4-FFF2-40B4-BE49-F238E27FC236}">
                <a16:creationId xmlns:a16="http://schemas.microsoft.com/office/drawing/2014/main" id="{42D619D9-7EEF-408A-B01F-CC72B1634F4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3193119"/>
            <a:ext cx="11633200" cy="1710775"/>
          </a:xfrm>
          <a:prstGeom prst="rect">
            <a:avLst/>
          </a:prstGeom>
          <a:solidFill>
            <a:schemeClr val="accent2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TLSHAPE_SL_a88f145e4d284420a2baa685af085546_BackgroundRectangle">
            <a:extLst>
              <a:ext uri="{FF2B5EF4-FFF2-40B4-BE49-F238E27FC236}">
                <a16:creationId xmlns:a16="http://schemas.microsoft.com/office/drawing/2014/main" id="{CF31E4BA-2DDA-413D-8F6A-6FF6F843A45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500" y="5831755"/>
            <a:ext cx="11633200" cy="554074"/>
          </a:xfrm>
          <a:prstGeom prst="rect">
            <a:avLst/>
          </a:prstGeom>
          <a:solidFill>
            <a:schemeClr val="accent1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OTLSHAPE_SL_ffee1e79b85943a28c39454ea880fda8_BackgroundRectangle">
            <a:extLst>
              <a:ext uri="{FF2B5EF4-FFF2-40B4-BE49-F238E27FC236}">
                <a16:creationId xmlns:a16="http://schemas.microsoft.com/office/drawing/2014/main" id="{CA725516-BF6D-40AC-916D-FE02D0477FF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500" y="4967393"/>
            <a:ext cx="11633200" cy="800862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1" name="OTLSHAPE_SL_9cf0b9a3b4064869b9ae748fb5efbb51_BackgroundRectangle">
            <a:extLst>
              <a:ext uri="{FF2B5EF4-FFF2-40B4-BE49-F238E27FC236}">
                <a16:creationId xmlns:a16="http://schemas.microsoft.com/office/drawing/2014/main" id="{D42D8BE7-7C53-4B49-B22B-645D6CD9FAF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500" y="2298700"/>
            <a:ext cx="11633200" cy="830919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OTLSHAPE_SL2A_ca35c7d9e4d84d65a3e9bb8b7c277435_BackgroundRectangle" hidden="1">
            <a:extLst>
              <a:ext uri="{FF2B5EF4-FFF2-40B4-BE49-F238E27FC236}">
                <a16:creationId xmlns:a16="http://schemas.microsoft.com/office/drawing/2014/main" id="{EB278DFF-A0D0-ABFB-3723-51BA9F92E17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66876" y="2298700"/>
            <a:ext cx="10541000" cy="830919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TLSHAPE_SL2A_b26db38b03c649c98a2c542901790b6f_BackgroundRectangle" hidden="1">
            <a:extLst>
              <a:ext uri="{FF2B5EF4-FFF2-40B4-BE49-F238E27FC236}">
                <a16:creationId xmlns:a16="http://schemas.microsoft.com/office/drawing/2014/main" id="{DB915032-6B2A-41C4-4C31-9A969050745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166876" y="3193119"/>
            <a:ext cx="10541000" cy="1710775"/>
          </a:xfrm>
          <a:prstGeom prst="rect">
            <a:avLst/>
          </a:prstGeom>
          <a:solidFill>
            <a:schemeClr val="accent2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TLSHAPE_SL2A_f58dd665eee94188acfde0d3c82d71a9_BackgroundRectangle" hidden="1">
            <a:extLst>
              <a:ext uri="{FF2B5EF4-FFF2-40B4-BE49-F238E27FC236}">
                <a16:creationId xmlns:a16="http://schemas.microsoft.com/office/drawing/2014/main" id="{FF7FD52E-A608-041D-C485-0CAE4448CB0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66876" y="4967393"/>
            <a:ext cx="10541000" cy="800862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TLSHAPE_SL2A_9d079ef81b044ba9bb5b70c2590ea88b_BackgroundRectangle" hidden="1">
            <a:extLst>
              <a:ext uri="{FF2B5EF4-FFF2-40B4-BE49-F238E27FC236}">
                <a16:creationId xmlns:a16="http://schemas.microsoft.com/office/drawing/2014/main" id="{7C46F24E-803C-6314-60B1-F785A5A99A7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66876" y="5831755"/>
            <a:ext cx="10541000" cy="554074"/>
          </a:xfrm>
          <a:prstGeom prst="rect">
            <a:avLst/>
          </a:prstGeom>
          <a:solidFill>
            <a:schemeClr val="accent1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TLSHAPE_TB_00000000000000000000000000000000_LeftEndCaps" hidden="1">
            <a:extLst>
              <a:ext uri="{FF2B5EF4-FFF2-40B4-BE49-F238E27FC236}">
                <a16:creationId xmlns:a16="http://schemas.microsoft.com/office/drawing/2014/main" id="{303DEE00-1099-60E8-18DE-D66BECBB25A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-404080" y="-95023"/>
            <a:ext cx="8255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3200" b="1">
                <a:solidFill>
                  <a:schemeClr val="accent2"/>
                </a:solidFill>
                <a:latin typeface="Calibri" panose="020F0502020204030204" pitchFamily="34" charset="0"/>
              </a:rPr>
              <a:t>2022</a:t>
            </a:r>
          </a:p>
        </p:txBody>
      </p:sp>
      <p:sp>
        <p:nvSpPr>
          <p:cNvPr id="17" name="OTLSHAPE_TB_00000000000000000000000000000000_RightEndCaps" hidden="1">
            <a:extLst>
              <a:ext uri="{FF2B5EF4-FFF2-40B4-BE49-F238E27FC236}">
                <a16:creationId xmlns:a16="http://schemas.microsoft.com/office/drawing/2014/main" id="{13D7EE23-0954-EAAA-E910-1AD2EEDB84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-123" y="143504"/>
            <a:ext cx="38100" cy="25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00" b="1">
                <a:solidFill>
                  <a:schemeClr val="accent2"/>
                </a:solidFill>
                <a:latin typeface="Calibri" panose="020F0502020204030204" pitchFamily="34" charset="0"/>
              </a:rPr>
              <a:t>2022</a:t>
            </a:r>
          </a:p>
        </p:txBody>
      </p:sp>
      <p:sp>
        <p:nvSpPr>
          <p:cNvPr id="399" name="OTLSHAPE_TB_00000000000000000000000000000000_ScaleContainer">
            <a:extLst>
              <a:ext uri="{FF2B5EF4-FFF2-40B4-BE49-F238E27FC236}">
                <a16:creationId xmlns:a16="http://schemas.microsoft.com/office/drawing/2014/main" id="{B40E23D8-B899-4E6E-9C06-E5AF1B20B73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293876" y="1714500"/>
            <a:ext cx="10414000" cy="3810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TLSHAPE_SL_9cf0b9a3b4064869b9ae748fb5efbb51_HeaderRectangle">
            <a:extLst>
              <a:ext uri="{FF2B5EF4-FFF2-40B4-BE49-F238E27FC236}">
                <a16:creationId xmlns:a16="http://schemas.microsoft.com/office/drawing/2014/main" id="{25633857-B41D-4336-9D91-9BA5D9D9332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3500" y="2298700"/>
            <a:ext cx="1104900" cy="8309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TLSHAPE_SL_089d7eb988274527948a1ef4646e8746_HeaderRectangle">
            <a:extLst>
              <a:ext uri="{FF2B5EF4-FFF2-40B4-BE49-F238E27FC236}">
                <a16:creationId xmlns:a16="http://schemas.microsoft.com/office/drawing/2014/main" id="{153CF6A8-2361-4CFB-AE55-A45CF232882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3500" y="3193119"/>
            <a:ext cx="1104900" cy="1710775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TLSHAPE_SL_a88f145e4d284420a2baa685af085546_HeaderRectangle">
            <a:extLst>
              <a:ext uri="{FF2B5EF4-FFF2-40B4-BE49-F238E27FC236}">
                <a16:creationId xmlns:a16="http://schemas.microsoft.com/office/drawing/2014/main" id="{3E1849CF-8999-43D1-808F-BCD0DBA546F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3500" y="5831755"/>
            <a:ext cx="1104900" cy="554074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9" name="OTLSHAPE_SL_ffee1e79b85943a28c39454ea880fda8_HeaderRectangle">
            <a:extLst>
              <a:ext uri="{FF2B5EF4-FFF2-40B4-BE49-F238E27FC236}">
                <a16:creationId xmlns:a16="http://schemas.microsoft.com/office/drawing/2014/main" id="{52A8538F-A6C9-45FD-BE99-03B137BD0D4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500" y="4967393"/>
            <a:ext cx="1104900" cy="800862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OTLSHAPE_SL2A_ca35c7d9e4d84d65a3e9bb8b7c277435_HeaderRectangle" hidden="1">
            <a:extLst>
              <a:ext uri="{FF2B5EF4-FFF2-40B4-BE49-F238E27FC236}">
                <a16:creationId xmlns:a16="http://schemas.microsoft.com/office/drawing/2014/main" id="{82C5226E-4646-8543-0E8A-E8D61CEFC3B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166876" y="2298700"/>
            <a:ext cx="0" cy="0"/>
          </a:xfrm>
          <a:prstGeom prst="rect">
            <a:avLst/>
          </a:prstGeom>
          <a:solidFill>
            <a:schemeClr val="accent4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TLSHAPE_SL2A_b26db38b03c649c98a2c542901790b6f_HeaderRectangle" hidden="1">
            <a:extLst>
              <a:ext uri="{FF2B5EF4-FFF2-40B4-BE49-F238E27FC236}">
                <a16:creationId xmlns:a16="http://schemas.microsoft.com/office/drawing/2014/main" id="{0566B22A-DBF0-6B5C-9B90-773C8389DB0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166876" y="3193119"/>
            <a:ext cx="0" cy="0"/>
          </a:xfrm>
          <a:prstGeom prst="rect">
            <a:avLst/>
          </a:prstGeom>
          <a:solidFill>
            <a:schemeClr val="accent2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TLSHAPE_SL2A_f58dd665eee94188acfde0d3c82d71a9_HeaderRectangle" hidden="1">
            <a:extLst>
              <a:ext uri="{FF2B5EF4-FFF2-40B4-BE49-F238E27FC236}">
                <a16:creationId xmlns:a16="http://schemas.microsoft.com/office/drawing/2014/main" id="{06BE2439-5BAA-D4DD-2AA8-D119D08FE90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166876" y="4967393"/>
            <a:ext cx="0" cy="0"/>
          </a:xfrm>
          <a:prstGeom prst="rect">
            <a:avLst/>
          </a:prstGeom>
          <a:solidFill>
            <a:schemeClr val="accent6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TLSHAPE_SL2A_9d079ef81b044ba9bb5b70c2590ea88b_HeaderRectangle" hidden="1">
            <a:extLst>
              <a:ext uri="{FF2B5EF4-FFF2-40B4-BE49-F238E27FC236}">
                <a16:creationId xmlns:a16="http://schemas.microsoft.com/office/drawing/2014/main" id="{2A1589F1-FDE9-801F-153E-3E675B21996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166876" y="5831755"/>
            <a:ext cx="0" cy="0"/>
          </a:xfrm>
          <a:prstGeom prst="rect">
            <a:avLst/>
          </a:prstGeom>
          <a:solidFill>
            <a:schemeClr val="accent1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OTLSHAPE_G_00000000000000000000000000000000_ShapeBelow0">
            <a:extLst>
              <a:ext uri="{FF2B5EF4-FFF2-40B4-BE49-F238E27FC236}">
                <a16:creationId xmlns:a16="http://schemas.microsoft.com/office/drawing/2014/main" id="{04DEF928-402E-4B91-BC37-50FEA08D0282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3858872" y="2095500"/>
            <a:ext cx="0" cy="4290329"/>
          </a:xfrm>
          <a:prstGeom prst="line">
            <a:avLst/>
          </a:prstGeom>
          <a:ln w="7620" cap="flat" cmpd="sng" algn="ctr">
            <a:solidFill>
              <a:schemeClr val="dk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OTLSHAPE_G_00000000000000000000000000000000_ShapeBelow1">
            <a:extLst>
              <a:ext uri="{FF2B5EF4-FFF2-40B4-BE49-F238E27FC236}">
                <a16:creationId xmlns:a16="http://schemas.microsoft.com/office/drawing/2014/main" id="{28DD4EF5-B90E-4811-8256-E35966D50C34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6452369" y="2095500"/>
            <a:ext cx="0" cy="4290329"/>
          </a:xfrm>
          <a:prstGeom prst="line">
            <a:avLst/>
          </a:prstGeom>
          <a:ln w="7620" cap="flat" cmpd="sng" algn="ctr">
            <a:solidFill>
              <a:schemeClr val="dk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OTLSHAPE_G_00000000000000000000000000000000_ShapeBelow2">
            <a:extLst>
              <a:ext uri="{FF2B5EF4-FFF2-40B4-BE49-F238E27FC236}">
                <a16:creationId xmlns:a16="http://schemas.microsoft.com/office/drawing/2014/main" id="{CFD70AC4-4C8C-43A5-9CDF-9982B911EFE9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9074365" y="2095500"/>
            <a:ext cx="0" cy="4290329"/>
          </a:xfrm>
          <a:prstGeom prst="line">
            <a:avLst/>
          </a:prstGeom>
          <a:ln w="7620" cap="flat" cmpd="sng" algn="ctr">
            <a:solidFill>
              <a:schemeClr val="dk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TLSHAPE_SLT_bf0bab4e98f54763a82568a5d219a5c7_Shape">
            <a:extLst>
              <a:ext uri="{FF2B5EF4-FFF2-40B4-BE49-F238E27FC236}">
                <a16:creationId xmlns:a16="http://schemas.microsoft.com/office/drawing/2014/main" id="{44BD0B0E-DD25-401E-8CAB-AA4946BE7ADE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063375" y="2628900"/>
            <a:ext cx="17907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TLSHAPE_SLT_1f3ecdb523214d1c858ab8fb12392a13_Shape">
            <a:extLst>
              <a:ext uri="{FF2B5EF4-FFF2-40B4-BE49-F238E27FC236}">
                <a16:creationId xmlns:a16="http://schemas.microsoft.com/office/drawing/2014/main" id="{C4E5A75A-BFA2-40E8-B57A-5B4DA777E20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1322376" y="2378541"/>
            <a:ext cx="25400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TLSHAPE_SLT_840d1906cb104b01bde15bb78e8e323b_Shape">
            <a:extLst>
              <a:ext uri="{FF2B5EF4-FFF2-40B4-BE49-F238E27FC236}">
                <a16:creationId xmlns:a16="http://schemas.microsoft.com/office/drawing/2014/main" id="{3F6D7185-A820-4E62-81AF-0CF94EBC0567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821711" y="2879259"/>
            <a:ext cx="1219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TLSHAPE_SLT_118aa262c9b048e19e0b2ecc51e36c38_Shape">
            <a:extLst>
              <a:ext uri="{FF2B5EF4-FFF2-40B4-BE49-F238E27FC236}">
                <a16:creationId xmlns:a16="http://schemas.microsoft.com/office/drawing/2014/main" id="{B9BD9771-E28E-4290-8D23-C6CDF61C0BA2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887372" y="2879259"/>
            <a:ext cx="17653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TLSHAPE_SLT_8d38abf6434f49b59dc24ae1ee36935e_Shape">
            <a:extLst>
              <a:ext uri="{FF2B5EF4-FFF2-40B4-BE49-F238E27FC236}">
                <a16:creationId xmlns:a16="http://schemas.microsoft.com/office/drawing/2014/main" id="{6A4B5C7F-65B9-4D23-AC88-BCBD0088C6AD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3887372" y="3468878"/>
            <a:ext cx="7620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TLSHAPE_SLT_44de9765e7204557b88297f4709b8c30_Shape">
            <a:extLst>
              <a:ext uri="{FF2B5EF4-FFF2-40B4-BE49-F238E27FC236}">
                <a16:creationId xmlns:a16="http://schemas.microsoft.com/office/drawing/2014/main" id="{433490E4-9310-46F6-8AC0-EF7ED9C7C113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2230872" y="3468878"/>
            <a:ext cx="18288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TLSHAPE_SLT_40c7696c8b3a4b1db83d76730e5d92c2_Shape">
            <a:extLst>
              <a:ext uri="{FF2B5EF4-FFF2-40B4-BE49-F238E27FC236}">
                <a16:creationId xmlns:a16="http://schemas.microsoft.com/office/drawing/2014/main" id="{27A10655-86DB-454C-A98C-87C1246F625A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5739692" y="3956897"/>
            <a:ext cx="1727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TLSHAPE_SLT_c7770eb3e434445083ebf0cda53241c7_Shape">
            <a:extLst>
              <a:ext uri="{FF2B5EF4-FFF2-40B4-BE49-F238E27FC236}">
                <a16:creationId xmlns:a16="http://schemas.microsoft.com/office/drawing/2014/main" id="{6727934F-BE75-42DF-A589-49FEB2239D3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887372" y="3956897"/>
            <a:ext cx="20066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TLSHAPE_SLT_f1b03b9fadb246d6b74eef66d2c662d1_Shape">
            <a:extLst>
              <a:ext uri="{FF2B5EF4-FFF2-40B4-BE49-F238E27FC236}">
                <a16:creationId xmlns:a16="http://schemas.microsoft.com/office/drawing/2014/main" id="{2EC68B91-759E-4BE2-92C9-FB12B30AE322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6623369" y="4444916"/>
            <a:ext cx="20066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TLSHAPE_SLT_71feb0897c2b47d28678366d0661913b_Shape">
            <a:extLst>
              <a:ext uri="{FF2B5EF4-FFF2-40B4-BE49-F238E27FC236}">
                <a16:creationId xmlns:a16="http://schemas.microsoft.com/office/drawing/2014/main" id="{94E1F87A-8F35-4269-8B2D-CEF5B3FBBFA7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2644319" y="5432637"/>
            <a:ext cx="12192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TLSHAPE_SLT_a0005013d1434eca8799fe0021a266e0_Shape">
            <a:extLst>
              <a:ext uri="{FF2B5EF4-FFF2-40B4-BE49-F238E27FC236}">
                <a16:creationId xmlns:a16="http://schemas.microsoft.com/office/drawing/2014/main" id="{E2247E53-4EC7-4B8D-A58B-975E6E0F9D47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8237020" y="5432637"/>
            <a:ext cx="14097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TLSHAPE_SLT_fa8886b769a54c02817aaba54576e921_Shape">
            <a:extLst>
              <a:ext uri="{FF2B5EF4-FFF2-40B4-BE49-F238E27FC236}">
                <a16:creationId xmlns:a16="http://schemas.microsoft.com/office/drawing/2014/main" id="{4DF28A83-223D-4DB2-9C20-9395520A61BB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3861920" y="5432637"/>
            <a:ext cx="43942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TLSHAPE_SLT_db841b2dc0b5434e83008cd4d4e540bc_Shape">
            <a:extLst>
              <a:ext uri="{FF2B5EF4-FFF2-40B4-BE49-F238E27FC236}">
                <a16:creationId xmlns:a16="http://schemas.microsoft.com/office/drawing/2014/main" id="{69C173A0-1D8C-4B09-B498-F9DD81C21148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9646641" y="5432637"/>
            <a:ext cx="18669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TLSHAPE_SLT_eeb83e503ffe4a72a203fede87f23081_Shape">
            <a:extLst>
              <a:ext uri="{FF2B5EF4-FFF2-40B4-BE49-F238E27FC236}">
                <a16:creationId xmlns:a16="http://schemas.microsoft.com/office/drawing/2014/main" id="{1E0323F6-13B7-4F12-ACA6-43BCE60E0A59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5682870" y="2879259"/>
            <a:ext cx="1092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TLSHAPE_SLT_c60910096d5a4b6f9de76b63feadcf94_Shape">
            <a:extLst>
              <a:ext uri="{FF2B5EF4-FFF2-40B4-BE49-F238E27FC236}">
                <a16:creationId xmlns:a16="http://schemas.microsoft.com/office/drawing/2014/main" id="{11FA8F44-CE46-4F40-8F67-44C301B05425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7392867" y="4695275"/>
            <a:ext cx="24638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OTLSHAPE_SLT_79eebf0cc03e4ea08540b80882717e0a_Shape">
            <a:extLst>
              <a:ext uri="{FF2B5EF4-FFF2-40B4-BE49-F238E27FC236}">
                <a16:creationId xmlns:a16="http://schemas.microsoft.com/office/drawing/2014/main" id="{F508A147-1AF0-4C82-885B-94132178295D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6820988" y="2879259"/>
            <a:ext cx="2235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TLSHAPE_SLM_42c1a0ca0ec74680a58bbd3c49f9125b_Shape">
            <a:extLst>
              <a:ext uri="{FF2B5EF4-FFF2-40B4-BE49-F238E27FC236}">
                <a16:creationId xmlns:a16="http://schemas.microsoft.com/office/drawing/2014/main" id="{3E031247-4E58-4E61-866E-B0E218BD82B8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5162117" y="5869855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TLSHAPE_SLM_27e0e90c8e61460f88da93ab404fc85d_Shape">
            <a:extLst>
              <a:ext uri="{FF2B5EF4-FFF2-40B4-BE49-F238E27FC236}">
                <a16:creationId xmlns:a16="http://schemas.microsoft.com/office/drawing/2014/main" id="{26FBB560-7269-42B5-921E-DC1B97E7ACAB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1289609" y="5869855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TLSHAPE_SLM_05f5e22b071042a1a1dc59615bb4c469_Shape">
            <a:extLst>
              <a:ext uri="{FF2B5EF4-FFF2-40B4-BE49-F238E27FC236}">
                <a16:creationId xmlns:a16="http://schemas.microsoft.com/office/drawing/2014/main" id="{C3B83F96-6495-4ED0-83D4-46835AEE24C6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765638" y="5869855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TLSHAPE_SLM_7695617a14a84c95a269c6cd4b4f335a_Shape">
            <a:extLst>
              <a:ext uri="{FF2B5EF4-FFF2-40B4-BE49-F238E27FC236}">
                <a16:creationId xmlns:a16="http://schemas.microsoft.com/office/drawing/2014/main" id="{3EB7C472-F98C-4D01-BE17-393F9A80606F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11289628" y="6140542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TLSHAPE_SLM_0fe6e6c4d349427c81caccf576ba460c_Shape">
            <a:extLst>
              <a:ext uri="{FF2B5EF4-FFF2-40B4-BE49-F238E27FC236}">
                <a16:creationId xmlns:a16="http://schemas.microsoft.com/office/drawing/2014/main" id="{0C69B6C4-A41E-444A-ACF4-051BCE399880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9491716" y="6140542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TLSHAPE_SLM_38f7caf9b7404674b5040d0ab204f9f9_Shape">
            <a:extLst>
              <a:ext uri="{FF2B5EF4-FFF2-40B4-BE49-F238E27FC236}">
                <a16:creationId xmlns:a16="http://schemas.microsoft.com/office/drawing/2014/main" id="{0081D20F-5254-4E31-BF72-F35F5B027E1C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7527613" y="5869855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TLSHAPE_SLM_5024da5f4d8841748a89544126f9da82_Shape">
            <a:extLst>
              <a:ext uri="{FF2B5EF4-FFF2-40B4-BE49-F238E27FC236}">
                <a16:creationId xmlns:a16="http://schemas.microsoft.com/office/drawing/2014/main" id="{51749EC5-E672-4E9D-AAAE-EFA72C112D2A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9494131" y="5869855"/>
            <a:ext cx="190500" cy="207187"/>
          </a:xfrm>
          <a:prstGeom prst="parallelogram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TLSHAPE_TB_00000000000000000000000000000000_ElapsedTime" hidden="1">
            <a:extLst>
              <a:ext uri="{FF2B5EF4-FFF2-40B4-BE49-F238E27FC236}">
                <a16:creationId xmlns:a16="http://schemas.microsoft.com/office/drawing/2014/main" id="{F6830B87-2F80-1180-451D-A84FF12A3847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1293876" y="1714500"/>
            <a:ext cx="0" cy="0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TLSHAPE_SLT_1f3ecdb523214d1c858ab8fb12392a13_ShapePercentage" hidden="1">
            <a:extLst>
              <a:ext uri="{FF2B5EF4-FFF2-40B4-BE49-F238E27FC236}">
                <a16:creationId xmlns:a16="http://schemas.microsoft.com/office/drawing/2014/main" id="{D0B73D94-D9B2-D0FF-6C05-076F1B12040F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1322376" y="2378541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OTLSHAPE_SLT_bf0bab4e98f54763a82568a5d219a5c7_ShapePercentage" hidden="1">
            <a:extLst>
              <a:ext uri="{FF2B5EF4-FFF2-40B4-BE49-F238E27FC236}">
                <a16:creationId xmlns:a16="http://schemas.microsoft.com/office/drawing/2014/main" id="{072AC10F-160B-907B-6FE6-4DD6EA2AFCBA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2063375" y="262890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SLT_79eebf0cc03e4ea08540b80882717e0a_ShapePercentage" hidden="1">
            <a:extLst>
              <a:ext uri="{FF2B5EF4-FFF2-40B4-BE49-F238E27FC236}">
                <a16:creationId xmlns:a16="http://schemas.microsoft.com/office/drawing/2014/main" id="{52D092E4-6C8E-9858-5A2E-DDAE84471C3B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6820988" y="287925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TLSHAPE_SLT_eeb83e503ffe4a72a203fede87f23081_ShapePercentage" hidden="1">
            <a:extLst>
              <a:ext uri="{FF2B5EF4-FFF2-40B4-BE49-F238E27FC236}">
                <a16:creationId xmlns:a16="http://schemas.microsoft.com/office/drawing/2014/main" id="{97615F1C-9887-94E2-3AD0-B34CA6305B86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5682870" y="287925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TLSHAPE_SLT_118aa262c9b048e19e0b2ecc51e36c38_ShapePercentage" hidden="1">
            <a:extLst>
              <a:ext uri="{FF2B5EF4-FFF2-40B4-BE49-F238E27FC236}">
                <a16:creationId xmlns:a16="http://schemas.microsoft.com/office/drawing/2014/main" id="{A3C3ED69-FFB0-AFAA-9640-B0CBAE0CDF7D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3887372" y="287925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TLSHAPE_SLT_840d1906cb104b01bde15bb78e8e323b_ShapePercentage" hidden="1">
            <a:extLst>
              <a:ext uri="{FF2B5EF4-FFF2-40B4-BE49-F238E27FC236}">
                <a16:creationId xmlns:a16="http://schemas.microsoft.com/office/drawing/2014/main" id="{A49E942D-60FD-7694-81D3-0BB6C248745D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2821711" y="287925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TLSHAPE_SLT_44de9765e7204557b88297f4709b8c30_ShapePercentage" hidden="1">
            <a:extLst>
              <a:ext uri="{FF2B5EF4-FFF2-40B4-BE49-F238E27FC236}">
                <a16:creationId xmlns:a16="http://schemas.microsoft.com/office/drawing/2014/main" id="{76BF2995-EBBC-830A-7308-046F13290009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2230872" y="346887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TLSHAPE_SLT_8d38abf6434f49b59dc24ae1ee36935e_ShapePercentage" hidden="1">
            <a:extLst>
              <a:ext uri="{FF2B5EF4-FFF2-40B4-BE49-F238E27FC236}">
                <a16:creationId xmlns:a16="http://schemas.microsoft.com/office/drawing/2014/main" id="{0C34E73B-747C-1B71-95E9-E2F918794849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3887372" y="346887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TLSHAPE_SLT_c7770eb3e434445083ebf0cda53241c7_ShapePercentage" hidden="1">
            <a:extLst>
              <a:ext uri="{FF2B5EF4-FFF2-40B4-BE49-F238E27FC236}">
                <a16:creationId xmlns:a16="http://schemas.microsoft.com/office/drawing/2014/main" id="{DA99AB1B-5ECF-176B-748D-48B76D7A5DD8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3887372" y="395689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TLSHAPE_SLT_40c7696c8b3a4b1db83d76730e5d92c2_ShapePercentage" hidden="1">
            <a:extLst>
              <a:ext uri="{FF2B5EF4-FFF2-40B4-BE49-F238E27FC236}">
                <a16:creationId xmlns:a16="http://schemas.microsoft.com/office/drawing/2014/main" id="{F8CF9837-CA4F-931A-C4D9-5886AE769B7C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5739692" y="395689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TLSHAPE_SLT_f1b03b9fadb246d6b74eef66d2c662d1_ShapePercentage" hidden="1">
            <a:extLst>
              <a:ext uri="{FF2B5EF4-FFF2-40B4-BE49-F238E27FC236}">
                <a16:creationId xmlns:a16="http://schemas.microsoft.com/office/drawing/2014/main" id="{1B350374-F5EB-8DF9-A969-A82C8F555B71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6623369" y="444491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TLSHAPE_SLT_c60910096d5a4b6f9de76b63feadcf94_ShapePercentage" hidden="1">
            <a:extLst>
              <a:ext uri="{FF2B5EF4-FFF2-40B4-BE49-F238E27FC236}">
                <a16:creationId xmlns:a16="http://schemas.microsoft.com/office/drawing/2014/main" id="{409E95A4-727F-303E-D06A-4C2D3B5C6AF5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7392867" y="469527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TLSHAPE_SLT_71feb0897c2b47d28678366d0661913b_ShapePercentage" hidden="1">
            <a:extLst>
              <a:ext uri="{FF2B5EF4-FFF2-40B4-BE49-F238E27FC236}">
                <a16:creationId xmlns:a16="http://schemas.microsoft.com/office/drawing/2014/main" id="{E7F194A3-A2FF-0347-FEEF-CD1B034A2572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2644319" y="543263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TLSHAPE_SLT_fa8886b769a54c02817aaba54576e921_ShapePercentage" hidden="1">
            <a:extLst>
              <a:ext uri="{FF2B5EF4-FFF2-40B4-BE49-F238E27FC236}">
                <a16:creationId xmlns:a16="http://schemas.microsoft.com/office/drawing/2014/main" id="{9BEA236E-353D-B1C7-20FF-F17DA9835EFE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3861920" y="543263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TLSHAPE_SLT_a0005013d1434eca8799fe0021a266e0_ShapePercentage" hidden="1">
            <a:extLst>
              <a:ext uri="{FF2B5EF4-FFF2-40B4-BE49-F238E27FC236}">
                <a16:creationId xmlns:a16="http://schemas.microsoft.com/office/drawing/2014/main" id="{BE1F8E7C-ADAE-7CBE-EF26-9B703CB094D3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8237020" y="543263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TLSHAPE_SLT_db841b2dc0b5434e83008cd4d4e540bc_ShapePercentage" hidden="1">
            <a:extLst>
              <a:ext uri="{FF2B5EF4-FFF2-40B4-BE49-F238E27FC236}">
                <a16:creationId xmlns:a16="http://schemas.microsoft.com/office/drawing/2014/main" id="{390D6925-9C4E-B1F4-D449-123483535403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9646641" y="543263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_9cf0b9a3b4064869b9ae748fb5efbb51_Header">
            <a:extLst>
              <a:ext uri="{FF2B5EF4-FFF2-40B4-BE49-F238E27FC236}">
                <a16:creationId xmlns:a16="http://schemas.microsoft.com/office/drawing/2014/main" id="{DE487498-AFF0-4E41-8BE2-DC7A6B94BFFA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63500" y="2621132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Planning</a:t>
            </a:r>
          </a:p>
        </p:txBody>
      </p:sp>
      <p:sp>
        <p:nvSpPr>
          <p:cNvPr id="40" name="OTLSHAPE_SL_089d7eb988274527948a1ef4646e8746_Header">
            <a:extLst>
              <a:ext uri="{FF2B5EF4-FFF2-40B4-BE49-F238E27FC236}">
                <a16:creationId xmlns:a16="http://schemas.microsoft.com/office/drawing/2014/main" id="{8483E04F-A955-44C0-851D-07FCE6067C35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63500" y="3955478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Strategy</a:t>
            </a:r>
          </a:p>
        </p:txBody>
      </p:sp>
      <p:sp>
        <p:nvSpPr>
          <p:cNvPr id="43" name="OTLSHAPE_SL_a88f145e4d284420a2baa685af085546_Header">
            <a:extLst>
              <a:ext uri="{FF2B5EF4-FFF2-40B4-BE49-F238E27FC236}">
                <a16:creationId xmlns:a16="http://schemas.microsoft.com/office/drawing/2014/main" id="{0BA53E09-3B2F-4340-8A29-0B2767C9A43B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63500" y="5922737"/>
            <a:ext cx="11049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Business Intelligence</a:t>
            </a:r>
          </a:p>
        </p:txBody>
      </p:sp>
      <p:sp>
        <p:nvSpPr>
          <p:cNvPr id="170" name="OTLSHAPE_SL_ffee1e79b85943a28c39454ea880fda8_Header">
            <a:extLst>
              <a:ext uri="{FF2B5EF4-FFF2-40B4-BE49-F238E27FC236}">
                <a16:creationId xmlns:a16="http://schemas.microsoft.com/office/drawing/2014/main" id="{4AA4FE4A-816B-480F-896C-62882CE3D026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63500" y="5181769"/>
            <a:ext cx="11049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Service Development</a:t>
            </a:r>
          </a:p>
        </p:txBody>
      </p:sp>
      <p:sp>
        <p:nvSpPr>
          <p:cNvPr id="462" name="OTLSHAPE_SL2A_ca35c7d9e4d84d65a3e9bb8b7c277435_Header" hidden="1">
            <a:extLst>
              <a:ext uri="{FF2B5EF4-FFF2-40B4-BE49-F238E27FC236}">
                <a16:creationId xmlns:a16="http://schemas.microsoft.com/office/drawing/2014/main" id="{D07894C6-E9D3-BFB0-0D97-37FAF33BC62C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6" name="OTLSHAPE_SL2A_b26db38b03c649c98a2c542901790b6f_Header" hidden="1">
            <a:extLst>
              <a:ext uri="{FF2B5EF4-FFF2-40B4-BE49-F238E27FC236}">
                <a16:creationId xmlns:a16="http://schemas.microsoft.com/office/drawing/2014/main" id="{633008B8-E223-61D5-DB59-F4901603AF5B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2" name="OTLSHAPE_SL2A_f58dd665eee94188acfde0d3c82d71a9_Header" hidden="1">
            <a:extLst>
              <a:ext uri="{FF2B5EF4-FFF2-40B4-BE49-F238E27FC236}">
                <a16:creationId xmlns:a16="http://schemas.microsoft.com/office/drawing/2014/main" id="{6B6F0031-3B5A-9A70-144E-D0D14EFA6F85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43" name="OTLSHAPE_SL2A_9d079ef81b044ba9bb5b70c2590ea88b_Header" hidden="1">
            <a:extLst>
              <a:ext uri="{FF2B5EF4-FFF2-40B4-BE49-F238E27FC236}">
                <a16:creationId xmlns:a16="http://schemas.microsoft.com/office/drawing/2014/main" id="{333AFE15-5D8E-AF74-72F2-D22C5E19030F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TB_00000000000000000000000000000000_TodayMarkerShape" hidden="1">
            <a:extLst>
              <a:ext uri="{FF2B5EF4-FFF2-40B4-BE49-F238E27FC236}">
                <a16:creationId xmlns:a16="http://schemas.microsoft.com/office/drawing/2014/main" id="{45305948-556D-4595-DD04-3DA1D505C660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1239447" y="2095500"/>
            <a:ext cx="114300" cy="12700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7C46D9AE-762E-4F50-A81D-30E793221C86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357376" y="1796479"/>
            <a:ext cx="20338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38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Q1</a:t>
            </a: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D6FFDCBD-8ABA-4274-8A98-CF6EA405B9C8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3922373" y="1796479"/>
            <a:ext cx="20338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3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Q2</a:t>
            </a: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id="{AD0F9F2A-EDBF-45B2-904D-984630FC0F10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6515869" y="1796479"/>
            <a:ext cx="20338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3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Q3</a:t>
            </a: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01F18C11-A2E5-4455-AFA2-4F4F9E8E6515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9137865" y="1796479"/>
            <a:ext cx="20338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3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Q4</a:t>
            </a:r>
          </a:p>
        </p:txBody>
      </p:sp>
      <p:sp>
        <p:nvSpPr>
          <p:cNvPr id="58" name="OTLSHAPE_SLT_bf0bab4e98f54763a82568a5d219a5c7_TextPercentage">
            <a:extLst>
              <a:ext uri="{FF2B5EF4-FFF2-40B4-BE49-F238E27FC236}">
                <a16:creationId xmlns:a16="http://schemas.microsoft.com/office/drawing/2014/main" id="{6FB95F3A-70D9-47C3-8B75-60CCA002A7A0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3903676" y="2636647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8" normalizeH="0" baseline="0" noProof="0">
                <a:ln>
                  <a:noFill/>
                </a:ln>
                <a:solidFill>
                  <a:srgbClr val="7F6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100%</a:t>
            </a:r>
          </a:p>
        </p:txBody>
      </p:sp>
      <p:sp>
        <p:nvSpPr>
          <p:cNvPr id="62" name="OTLSHAPE_SLT_bf0bab4e98f54763a82568a5d219a5c7_Title">
            <a:extLst>
              <a:ext uri="{FF2B5EF4-FFF2-40B4-BE49-F238E27FC236}">
                <a16:creationId xmlns:a16="http://schemas.microsoft.com/office/drawing/2014/main" id="{D33DE106-903A-43B3-9BCC-46D8A09FAB68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2654849" y="2628900"/>
            <a:ext cx="609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8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Objectives</a:t>
            </a:r>
          </a:p>
        </p:txBody>
      </p:sp>
      <p:sp>
        <p:nvSpPr>
          <p:cNvPr id="66" name="OTLSHAPE_SLT_1f3ecdb523214d1c858ab8fb12392a13_TextPercentage">
            <a:extLst>
              <a:ext uri="{FF2B5EF4-FFF2-40B4-BE49-F238E27FC236}">
                <a16:creationId xmlns:a16="http://schemas.microsoft.com/office/drawing/2014/main" id="{95D05390-96D4-43B4-8995-0DCFD0023A2E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3904606" y="2386288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8" normalizeH="0" baseline="0" noProof="0">
                <a:ln>
                  <a:noFill/>
                </a:ln>
                <a:solidFill>
                  <a:srgbClr val="7F6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100%</a:t>
            </a:r>
          </a:p>
        </p:txBody>
      </p:sp>
      <p:sp>
        <p:nvSpPr>
          <p:cNvPr id="70" name="OTLSHAPE_SLT_1f3ecdb523214d1c858ab8fb12392a13_Title">
            <a:extLst>
              <a:ext uri="{FF2B5EF4-FFF2-40B4-BE49-F238E27FC236}">
                <a16:creationId xmlns:a16="http://schemas.microsoft.com/office/drawing/2014/main" id="{B6C4E4D7-5D80-4DDF-A7D5-7CD9142704E1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2409614" y="2378541"/>
            <a:ext cx="368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8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Vision</a:t>
            </a:r>
          </a:p>
        </p:txBody>
      </p:sp>
      <p:sp>
        <p:nvSpPr>
          <p:cNvPr id="74" name="OTLSHAPE_SLT_840d1906cb104b01bde15bb78e8e323b_TextPercentage">
            <a:extLst>
              <a:ext uri="{FF2B5EF4-FFF2-40B4-BE49-F238E27FC236}">
                <a16:creationId xmlns:a16="http://schemas.microsoft.com/office/drawing/2014/main" id="{E9EF1CB4-997E-47E5-8898-33FB5AD37261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2485161" y="2887006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8" normalizeH="0" baseline="0" noProof="0" dirty="0">
                <a:ln>
                  <a:noFill/>
                </a:ln>
                <a:solidFill>
                  <a:srgbClr val="7F6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100%</a:t>
            </a:r>
          </a:p>
        </p:txBody>
      </p:sp>
      <p:sp>
        <p:nvSpPr>
          <p:cNvPr id="78" name="OTLSHAPE_SLT_840d1906cb104b01bde15bb78e8e323b_Title">
            <a:extLst>
              <a:ext uri="{FF2B5EF4-FFF2-40B4-BE49-F238E27FC236}">
                <a16:creationId xmlns:a16="http://schemas.microsoft.com/office/drawing/2014/main" id="{EB5A3FC4-6D1C-4A2F-B863-767E8FAD1226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3264485" y="2879259"/>
            <a:ext cx="330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8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Goals</a:t>
            </a:r>
          </a:p>
        </p:txBody>
      </p:sp>
      <p:sp>
        <p:nvSpPr>
          <p:cNvPr id="86" name="OTLSHAPE_SLT_118aa262c9b048e19e0b2ecc51e36c38_Title">
            <a:extLst>
              <a:ext uri="{FF2B5EF4-FFF2-40B4-BE49-F238E27FC236}">
                <a16:creationId xmlns:a16="http://schemas.microsoft.com/office/drawing/2014/main" id="{95A36823-4A27-4FF5-9B83-7E3935F99F3F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4321131" y="2879259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Strategic Intent</a:t>
            </a:r>
          </a:p>
        </p:txBody>
      </p:sp>
      <p:sp>
        <p:nvSpPr>
          <p:cNvPr id="94" name="OTLSHAPE_SLT_8d38abf6434f49b59dc24ae1ee36935e_Title">
            <a:extLst>
              <a:ext uri="{FF2B5EF4-FFF2-40B4-BE49-F238E27FC236}">
                <a16:creationId xmlns:a16="http://schemas.microsoft.com/office/drawing/2014/main" id="{5E0F45DE-6C51-473A-A176-2DA5501D10AA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4086968" y="3468878"/>
            <a:ext cx="355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24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SWOT</a:t>
            </a:r>
          </a:p>
        </p:txBody>
      </p:sp>
      <p:sp>
        <p:nvSpPr>
          <p:cNvPr id="102" name="OTLSHAPE_SLT_44de9765e7204557b88297f4709b8c30_Title">
            <a:extLst>
              <a:ext uri="{FF2B5EF4-FFF2-40B4-BE49-F238E27FC236}">
                <a16:creationId xmlns:a16="http://schemas.microsoft.com/office/drawing/2014/main" id="{06172D32-2BF6-4F71-9191-5BDAC00943FE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2679217" y="3468878"/>
            <a:ext cx="939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6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Market Analysis</a:t>
            </a:r>
          </a:p>
        </p:txBody>
      </p:sp>
      <p:sp>
        <p:nvSpPr>
          <p:cNvPr id="110" name="OTLSHAPE_SLT_40c7696c8b3a4b1db83d76730e5d92c2_Title">
            <a:extLst>
              <a:ext uri="{FF2B5EF4-FFF2-40B4-BE49-F238E27FC236}">
                <a16:creationId xmlns:a16="http://schemas.microsoft.com/office/drawing/2014/main" id="{3D8B4A21-2B1D-44C1-B19A-37D7637ADF7E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6181613" y="3956897"/>
            <a:ext cx="850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6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Price Research</a:t>
            </a:r>
          </a:p>
        </p:txBody>
      </p:sp>
      <p:sp>
        <p:nvSpPr>
          <p:cNvPr id="118" name="OTLSHAPE_SLT_c7770eb3e434445083ebf0cda53241c7_Title">
            <a:extLst>
              <a:ext uri="{FF2B5EF4-FFF2-40B4-BE49-F238E27FC236}">
                <a16:creationId xmlns:a16="http://schemas.microsoft.com/office/drawing/2014/main" id="{ACC55A22-7FE5-4E19-875D-834FE426C7BB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4430688" y="3956897"/>
            <a:ext cx="914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4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Business Model</a:t>
            </a:r>
          </a:p>
        </p:txBody>
      </p:sp>
      <p:sp>
        <p:nvSpPr>
          <p:cNvPr id="126" name="OTLSHAPE_SLT_f1b03b9fadb246d6b74eef66d2c662d1_Title">
            <a:extLst>
              <a:ext uri="{FF2B5EF4-FFF2-40B4-BE49-F238E27FC236}">
                <a16:creationId xmlns:a16="http://schemas.microsoft.com/office/drawing/2014/main" id="{04205986-E688-49F6-AE74-C603CBF66E3B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7317581" y="4444916"/>
            <a:ext cx="609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Objectives</a:t>
            </a:r>
          </a:p>
        </p:txBody>
      </p:sp>
      <p:sp>
        <p:nvSpPr>
          <p:cNvPr id="230" name="OTLSHAPE_SLT_71feb0897c2b47d28678366d0661913b_Duration">
            <a:extLst>
              <a:ext uri="{FF2B5EF4-FFF2-40B4-BE49-F238E27FC236}">
                <a16:creationId xmlns:a16="http://schemas.microsoft.com/office/drawing/2014/main" id="{FBBF37CC-4FF7-40AA-9E58-C3EC7F926AB2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2644319" y="5277612"/>
            <a:ext cx="406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6" normalizeH="0" baseline="0" noProof="0">
                <a:ln>
                  <a:noFill/>
                </a:ln>
                <a:solidFill>
                  <a:srgbClr val="38572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6.1 wks</a:t>
            </a:r>
            <a:endParaRPr kumimoji="0" lang="en-US" sz="1000" b="1" i="0" u="none" strike="noStrike" kern="1200" cap="none" spc="-6" normalizeH="0" baseline="0" noProof="0" dirty="0">
              <a:ln>
                <a:noFill/>
              </a:ln>
              <a:solidFill>
                <a:srgbClr val="38572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31" name="OTLSHAPE_SLT_71feb0897c2b47d28678366d0661913b_TextPercentage">
            <a:extLst>
              <a:ext uri="{FF2B5EF4-FFF2-40B4-BE49-F238E27FC236}">
                <a16:creationId xmlns:a16="http://schemas.microsoft.com/office/drawing/2014/main" id="{47A8F3BE-29A9-474F-9052-E0434ADDDDC9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2372158" y="5418624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0" normalizeH="0" baseline="0" noProof="0" dirty="0">
                <a:ln>
                  <a:noFill/>
                </a:ln>
                <a:solidFill>
                  <a:srgbClr val="38572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75%</a:t>
            </a:r>
          </a:p>
        </p:txBody>
      </p:sp>
      <p:sp>
        <p:nvSpPr>
          <p:cNvPr id="234" name="OTLSHAPE_SLT_71feb0897c2b47d28678366d0661913b_Title">
            <a:extLst>
              <a:ext uri="{FF2B5EF4-FFF2-40B4-BE49-F238E27FC236}">
                <a16:creationId xmlns:a16="http://schemas.microsoft.com/office/drawing/2014/main" id="{22759531-18F0-496E-9723-1F48B7EBF23E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2644319" y="5559637"/>
            <a:ext cx="1041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6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Product Roadmap</a:t>
            </a:r>
          </a:p>
        </p:txBody>
      </p:sp>
      <p:sp>
        <p:nvSpPr>
          <p:cNvPr id="328" name="OTLSHAPE_SLT_a0005013d1434eca8799fe0021a266e0_Title">
            <a:extLst>
              <a:ext uri="{FF2B5EF4-FFF2-40B4-BE49-F238E27FC236}">
                <a16:creationId xmlns:a16="http://schemas.microsoft.com/office/drawing/2014/main" id="{6F0F5497-361D-4B23-942A-360B0C4DB0FD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8237020" y="5559637"/>
            <a:ext cx="15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24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RC</a:t>
            </a:r>
          </a:p>
        </p:txBody>
      </p:sp>
      <p:sp>
        <p:nvSpPr>
          <p:cNvPr id="331" name="OTLSHAPE_SLT_fa8886b769a54c02817aaba54576e921_Duration">
            <a:extLst>
              <a:ext uri="{FF2B5EF4-FFF2-40B4-BE49-F238E27FC236}">
                <a16:creationId xmlns:a16="http://schemas.microsoft.com/office/drawing/2014/main" id="{EEEA758B-592E-4D0E-8A85-E3FA55FF8446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3861920" y="5277612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8" normalizeH="0" baseline="0" noProof="0">
                <a:ln>
                  <a:noFill/>
                </a:ln>
                <a:solidFill>
                  <a:srgbClr val="38572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22 wks</a:t>
            </a:r>
          </a:p>
        </p:txBody>
      </p:sp>
      <p:sp>
        <p:nvSpPr>
          <p:cNvPr id="336" name="OTLSHAPE_SLT_fa8886b769a54c02817aaba54576e921_Title">
            <a:extLst>
              <a:ext uri="{FF2B5EF4-FFF2-40B4-BE49-F238E27FC236}">
                <a16:creationId xmlns:a16="http://schemas.microsoft.com/office/drawing/2014/main" id="{85F25F0A-9D88-41CF-9A28-34C4D92C4EF6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3861920" y="5559637"/>
            <a:ext cx="787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6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Development</a:t>
            </a:r>
          </a:p>
        </p:txBody>
      </p:sp>
      <p:sp>
        <p:nvSpPr>
          <p:cNvPr id="344" name="OTLSHAPE_SLT_db841b2dc0b5434e83008cd4d4e540bc_Title">
            <a:extLst>
              <a:ext uri="{FF2B5EF4-FFF2-40B4-BE49-F238E27FC236}">
                <a16:creationId xmlns:a16="http://schemas.microsoft.com/office/drawing/2014/main" id="{2F6FD2AA-D69A-474B-B83D-C915A7601AF0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9646641" y="5559637"/>
            <a:ext cx="901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8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Release to Web</a:t>
            </a:r>
          </a:p>
        </p:txBody>
      </p:sp>
      <p:sp>
        <p:nvSpPr>
          <p:cNvPr id="423" name="OTLSHAPE_SLM_42c1a0ca0ec74680a58bbd3c49f9125b_Title">
            <a:extLst>
              <a:ext uri="{FF2B5EF4-FFF2-40B4-BE49-F238E27FC236}">
                <a16:creationId xmlns:a16="http://schemas.microsoft.com/office/drawing/2014/main" id="{4EE9EA0D-5201-46CC-B0D6-40D688DB10F8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4218761" y="5888189"/>
            <a:ext cx="901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6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Quality Metrics</a:t>
            </a:r>
          </a:p>
        </p:txBody>
      </p:sp>
      <p:sp>
        <p:nvSpPr>
          <p:cNvPr id="47" name="OTLSHAPE_SLT_eeb83e503ffe4a72a203fede87f23081_Title">
            <a:extLst>
              <a:ext uri="{FF2B5EF4-FFF2-40B4-BE49-F238E27FC236}">
                <a16:creationId xmlns:a16="http://schemas.microsoft.com/office/drawing/2014/main" id="{5C3C1A00-4A67-4EC8-9B65-09B16092A828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5855499" y="2879259"/>
            <a:ext cx="749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Sales Budget</a:t>
            </a:r>
          </a:p>
        </p:txBody>
      </p:sp>
      <p:sp>
        <p:nvSpPr>
          <p:cNvPr id="55" name="OTLSHAPE_SLT_c60910096d5a4b6f9de76b63feadcf94_Title">
            <a:extLst>
              <a:ext uri="{FF2B5EF4-FFF2-40B4-BE49-F238E27FC236}">
                <a16:creationId xmlns:a16="http://schemas.microsoft.com/office/drawing/2014/main" id="{B8C970B6-834A-4AC6-B7A2-7F9DC3D79D11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8012492" y="4695275"/>
            <a:ext cx="1219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Sales Trends Analysis</a:t>
            </a:r>
          </a:p>
        </p:txBody>
      </p:sp>
      <p:sp>
        <p:nvSpPr>
          <p:cNvPr id="20" name="OTLSHAPE_SLM_27e0e90c8e61460f88da93ab404fc85d_Title">
            <a:extLst>
              <a:ext uri="{FF2B5EF4-FFF2-40B4-BE49-F238E27FC236}">
                <a16:creationId xmlns:a16="http://schemas.microsoft.com/office/drawing/2014/main" id="{C8268058-B11E-4266-85CE-52F363B6CEF8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0282244" y="5888189"/>
            <a:ext cx="965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2" dirty="0">
                <a:solidFill>
                  <a:schemeClr val="dk1"/>
                </a:solidFill>
                <a:latin typeface="Calibri" panose="020F0502020204030204" pitchFamily="34" charset="0"/>
              </a:rPr>
              <a:t>Sales Dashboard</a:t>
            </a:r>
          </a:p>
        </p:txBody>
      </p:sp>
      <p:sp>
        <p:nvSpPr>
          <p:cNvPr id="242" name="OTLSHAPE_SLM_05f5e22b071042a1a1dc59615bb4c469_Title">
            <a:extLst>
              <a:ext uri="{FF2B5EF4-FFF2-40B4-BE49-F238E27FC236}">
                <a16:creationId xmlns:a16="http://schemas.microsoft.com/office/drawing/2014/main" id="{C0D891C2-6AFE-44B5-8F2B-96A1CD9D471C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2828844" y="5888189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Service Metrics</a:t>
            </a:r>
          </a:p>
        </p:txBody>
      </p:sp>
      <p:sp>
        <p:nvSpPr>
          <p:cNvPr id="245" name="OTLSHAPE_SLM_7695617a14a84c95a269c6cd4b4f335a_Title">
            <a:extLst>
              <a:ext uri="{FF2B5EF4-FFF2-40B4-BE49-F238E27FC236}">
                <a16:creationId xmlns:a16="http://schemas.microsoft.com/office/drawing/2014/main" id="{B2004A4C-7FE5-48FC-A265-62D2885689C6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0078895" y="6158876"/>
            <a:ext cx="1168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Real-time Reporting</a:t>
            </a:r>
            <a:endParaRPr lang="en-US" sz="1100" b="1" spc="-6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" name="OTLSHAPE_SLM_0fe6e6c4d349427c81caccf576ba460c_Title">
            <a:extLst>
              <a:ext uri="{FF2B5EF4-FFF2-40B4-BE49-F238E27FC236}">
                <a16:creationId xmlns:a16="http://schemas.microsoft.com/office/drawing/2014/main" id="{F50F22C2-2295-4629-9FAF-72064396443B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8326110" y="6158876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Conversion Metrics</a:t>
            </a:r>
          </a:p>
        </p:txBody>
      </p:sp>
      <p:sp>
        <p:nvSpPr>
          <p:cNvPr id="251" name="OTLSHAPE_SLM_38f7caf9b7404674b5040d0ab204f9f9_Title">
            <a:extLst>
              <a:ext uri="{FF2B5EF4-FFF2-40B4-BE49-F238E27FC236}">
                <a16:creationId xmlns:a16="http://schemas.microsoft.com/office/drawing/2014/main" id="{AA30C1BA-D2E2-4707-BC1C-760B9C41C6D9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6399176" y="5888189"/>
            <a:ext cx="1079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2">
                <a:solidFill>
                  <a:schemeClr val="dk1"/>
                </a:solidFill>
                <a:latin typeface="Calibri" panose="020F0502020204030204" pitchFamily="34" charset="0"/>
              </a:rPr>
              <a:t>Service Dashboard</a:t>
            </a:r>
          </a:p>
        </p:txBody>
      </p:sp>
      <p:sp>
        <p:nvSpPr>
          <p:cNvPr id="50" name="OTLSHAPE_SLM_5024da5f4d8841748a89544126f9da82_Title">
            <a:extLst>
              <a:ext uri="{FF2B5EF4-FFF2-40B4-BE49-F238E27FC236}">
                <a16:creationId xmlns:a16="http://schemas.microsoft.com/office/drawing/2014/main" id="{A786A5BA-BB21-4183-967C-96ED32AAD77A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8327382" y="5888189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Real-time Analytics</a:t>
            </a:r>
          </a:p>
        </p:txBody>
      </p:sp>
      <p:sp>
        <p:nvSpPr>
          <p:cNvPr id="500" name="OTLSHAPE_SLT_79eebf0cc03e4ea08540b80882717e0a_Title">
            <a:extLst>
              <a:ext uri="{FF2B5EF4-FFF2-40B4-BE49-F238E27FC236}">
                <a16:creationId xmlns:a16="http://schemas.microsoft.com/office/drawing/2014/main" id="{BDA12ECE-FFFB-4F67-84C6-03165493E4FC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7346500" y="2879259"/>
            <a:ext cx="1193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4" dirty="0">
                <a:solidFill>
                  <a:schemeClr val="dk1"/>
                </a:solidFill>
                <a:latin typeface="Calibri" panose="020F0502020204030204" pitchFamily="34" charset="0"/>
              </a:rPr>
              <a:t>Beta + Release Plans</a:t>
            </a:r>
          </a:p>
        </p:txBody>
      </p:sp>
      <p:sp>
        <p:nvSpPr>
          <p:cNvPr id="31" name="OTLSHAPE_TB_00000000000000000000000000000000_TodayMarkerText" hidden="1">
            <a:extLst>
              <a:ext uri="{FF2B5EF4-FFF2-40B4-BE49-F238E27FC236}">
                <a16:creationId xmlns:a16="http://schemas.microsoft.com/office/drawing/2014/main" id="{9DF669CA-6C6F-4793-4B35-27D595C95456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-168984" y="58866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465" name="OTLSHAPE_SLT_1f3ecdb523214d1c858ab8fb12392a13_Duration" hidden="1">
            <a:extLst>
              <a:ext uri="{FF2B5EF4-FFF2-40B4-BE49-F238E27FC236}">
                <a16:creationId xmlns:a16="http://schemas.microsoft.com/office/drawing/2014/main" id="{C9D65A30-E564-677F-68DB-6CB76DDB359F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63.8 days</a:t>
            </a:r>
          </a:p>
        </p:txBody>
      </p:sp>
      <p:sp>
        <p:nvSpPr>
          <p:cNvPr id="479" name="OTLSHAPE_SLT_1f3ecdb523214d1c858ab8fb12392a13_JoinedDate" hidden="1">
            <a:extLst>
              <a:ext uri="{FF2B5EF4-FFF2-40B4-BE49-F238E27FC236}">
                <a16:creationId xmlns:a16="http://schemas.microsoft.com/office/drawing/2014/main" id="{F8EF7E78-552C-D910-5A43-54A2A0B0537A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2700" y="-618242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2 - Mar 31</a:t>
            </a:r>
          </a:p>
        </p:txBody>
      </p:sp>
      <p:sp>
        <p:nvSpPr>
          <p:cNvPr id="480" name="OTLSHAPE_SLT_1f3ecdb523214d1c858ab8fb12392a13_StartDate" hidden="1">
            <a:extLst>
              <a:ext uri="{FF2B5EF4-FFF2-40B4-BE49-F238E27FC236}">
                <a16:creationId xmlns:a16="http://schemas.microsoft.com/office/drawing/2014/main" id="{326E1FC8-ADFE-ADFB-05A8-5B55EC8C2B95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93" name="OTLSHAPE_SLT_1f3ecdb523214d1c858ab8fb12392a13_EndDate" hidden="1">
            <a:extLst>
              <a:ext uri="{FF2B5EF4-FFF2-40B4-BE49-F238E27FC236}">
                <a16:creationId xmlns:a16="http://schemas.microsoft.com/office/drawing/2014/main" id="{C954A42E-BAC8-F687-FC23-9F09B653E213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11" name="OTLSHAPE_SLT_bf0bab4e98f54763a82568a5d219a5c7_Duration" hidden="1">
            <a:extLst>
              <a:ext uri="{FF2B5EF4-FFF2-40B4-BE49-F238E27FC236}">
                <a16:creationId xmlns:a16="http://schemas.microsoft.com/office/drawing/2014/main" id="{AB18DC09-8211-3272-40B7-49E4C4981332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44.8 days</a:t>
            </a:r>
          </a:p>
        </p:txBody>
      </p:sp>
      <p:sp>
        <p:nvSpPr>
          <p:cNvPr id="64" name="OTLSHAPE_SLT_bf0bab4e98f54763a82568a5d219a5c7_JoinedDate" hidden="1">
            <a:extLst>
              <a:ext uri="{FF2B5EF4-FFF2-40B4-BE49-F238E27FC236}">
                <a16:creationId xmlns:a16="http://schemas.microsoft.com/office/drawing/2014/main" id="{A64003E1-7CD1-115A-EAC1-DD1D3C5907A0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-695186"/>
            <a:ext cx="800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28 - Mar 31</a:t>
            </a:r>
          </a:p>
        </p:txBody>
      </p:sp>
      <p:sp>
        <p:nvSpPr>
          <p:cNvPr id="65" name="OTLSHAPE_SLT_bf0bab4e98f54763a82568a5d219a5c7_StartDate" hidden="1">
            <a:extLst>
              <a:ext uri="{FF2B5EF4-FFF2-40B4-BE49-F238E27FC236}">
                <a16:creationId xmlns:a16="http://schemas.microsoft.com/office/drawing/2014/main" id="{24D4469F-947A-6A1D-5515-74FB1D1AB5B7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OTLSHAPE_SLT_bf0bab4e98f54763a82568a5d219a5c7_EndDate" hidden="1">
            <a:extLst>
              <a:ext uri="{FF2B5EF4-FFF2-40B4-BE49-F238E27FC236}">
                <a16:creationId xmlns:a16="http://schemas.microsoft.com/office/drawing/2014/main" id="{0B01957B-8454-6C79-BE7B-151D0684F025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OTLSHAPE_SLT_79eebf0cc03e4ea08540b80882717e0a_Duration" hidden="1">
            <a:extLst>
              <a:ext uri="{FF2B5EF4-FFF2-40B4-BE49-F238E27FC236}">
                <a16:creationId xmlns:a16="http://schemas.microsoft.com/office/drawing/2014/main" id="{9A0B9DB4-B381-4455-4421-3181E9F4CC31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56.4 days</a:t>
            </a:r>
          </a:p>
        </p:txBody>
      </p:sp>
      <p:sp>
        <p:nvSpPr>
          <p:cNvPr id="109" name="OTLSHAPE_SLT_79eebf0cc03e4ea08540b80882717e0a_TextPercentage" hidden="1">
            <a:extLst>
              <a:ext uri="{FF2B5EF4-FFF2-40B4-BE49-F238E27FC236}">
                <a16:creationId xmlns:a16="http://schemas.microsoft.com/office/drawing/2014/main" id="{9CB02C7F-0148-83BC-4434-E3F1B1A27C73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-79633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11" name="OTLSHAPE_SLT_79eebf0cc03e4ea08540b80882717e0a_JoinedDate" hidden="1">
            <a:extLst>
              <a:ext uri="{FF2B5EF4-FFF2-40B4-BE49-F238E27FC236}">
                <a16:creationId xmlns:a16="http://schemas.microsoft.com/office/drawing/2014/main" id="{EB08E988-1A09-F65D-A10A-89D7A33CB2CA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700" y="-695186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13 - Sep 30</a:t>
            </a:r>
          </a:p>
        </p:txBody>
      </p:sp>
      <p:sp>
        <p:nvSpPr>
          <p:cNvPr id="112" name="OTLSHAPE_SLT_79eebf0cc03e4ea08540b80882717e0a_StartDate" hidden="1">
            <a:extLst>
              <a:ext uri="{FF2B5EF4-FFF2-40B4-BE49-F238E27FC236}">
                <a16:creationId xmlns:a16="http://schemas.microsoft.com/office/drawing/2014/main" id="{27264729-B587-83E3-A849-7C35F2690534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40" name="OTLSHAPE_SLT_79eebf0cc03e4ea08540b80882717e0a_EndDate" hidden="1">
            <a:extLst>
              <a:ext uri="{FF2B5EF4-FFF2-40B4-BE49-F238E27FC236}">
                <a16:creationId xmlns:a16="http://schemas.microsoft.com/office/drawing/2014/main" id="{1A17387A-9C5A-D57E-983F-D790BCAD68BF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43" name="OTLSHAPE_SLT_eeb83e503ffe4a72a203fede87f23081_Duration" hidden="1">
            <a:extLst>
              <a:ext uri="{FF2B5EF4-FFF2-40B4-BE49-F238E27FC236}">
                <a16:creationId xmlns:a16="http://schemas.microsoft.com/office/drawing/2014/main" id="{6ACA9899-73B5-C1E4-E4D9-B85EC9177F49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26 days</a:t>
            </a:r>
          </a:p>
        </p:txBody>
      </p:sp>
      <p:sp>
        <p:nvSpPr>
          <p:cNvPr id="144" name="OTLSHAPE_SLT_eeb83e503ffe4a72a203fede87f23081_TextPercentage" hidden="1">
            <a:extLst>
              <a:ext uri="{FF2B5EF4-FFF2-40B4-BE49-F238E27FC236}">
                <a16:creationId xmlns:a16="http://schemas.microsoft.com/office/drawing/2014/main" id="{97401E59-5DB6-28DD-624F-F448023BDA16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-79633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46" name="OTLSHAPE_SLT_eeb83e503ffe4a72a203fede87f23081_JoinedDate" hidden="1">
            <a:extLst>
              <a:ext uri="{FF2B5EF4-FFF2-40B4-BE49-F238E27FC236}">
                <a16:creationId xmlns:a16="http://schemas.microsoft.com/office/drawing/2014/main" id="{F064C9F3-DC2F-3CEF-7A24-66100445195D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12700" y="-618242"/>
            <a:ext cx="660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Jun 4 - Jul 11</a:t>
            </a:r>
          </a:p>
        </p:txBody>
      </p:sp>
      <p:sp>
        <p:nvSpPr>
          <p:cNvPr id="147" name="OTLSHAPE_SLT_eeb83e503ffe4a72a203fede87f23081_StartDate" hidden="1">
            <a:extLst>
              <a:ext uri="{FF2B5EF4-FFF2-40B4-BE49-F238E27FC236}">
                <a16:creationId xmlns:a16="http://schemas.microsoft.com/office/drawing/2014/main" id="{D1B8270F-E96C-346C-CF1C-3270FD445604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48" name="OTLSHAPE_SLT_eeb83e503ffe4a72a203fede87f23081_EndDate" hidden="1">
            <a:extLst>
              <a:ext uri="{FF2B5EF4-FFF2-40B4-BE49-F238E27FC236}">
                <a16:creationId xmlns:a16="http://schemas.microsoft.com/office/drawing/2014/main" id="{B97806A2-2DBC-5AC9-584D-E47C8A21C2E7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51" name="OTLSHAPE_SLT_118aa262c9b048e19e0b2ecc51e36c38_Duration" hidden="1">
            <a:extLst>
              <a:ext uri="{FF2B5EF4-FFF2-40B4-BE49-F238E27FC236}">
                <a16:creationId xmlns:a16="http://schemas.microsoft.com/office/drawing/2014/main" id="{01419F01-5B0A-33F3-2161-69FEAFE90644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43.5 days</a:t>
            </a:r>
          </a:p>
        </p:txBody>
      </p:sp>
      <p:sp>
        <p:nvSpPr>
          <p:cNvPr id="152" name="OTLSHAPE_SLT_118aa262c9b048e19e0b2ecc51e36c38_TextPercentage" hidden="1">
            <a:extLst>
              <a:ext uri="{FF2B5EF4-FFF2-40B4-BE49-F238E27FC236}">
                <a16:creationId xmlns:a16="http://schemas.microsoft.com/office/drawing/2014/main" id="{7EC85C0F-7D0C-EAAE-727A-17EF8A99014D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-79633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7F6000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54" name="OTLSHAPE_SLT_118aa262c9b048e19e0b2ecc51e36c38_JoinedDate" hidden="1">
            <a:extLst>
              <a:ext uri="{FF2B5EF4-FFF2-40B4-BE49-F238E27FC236}">
                <a16:creationId xmlns:a16="http://schemas.microsoft.com/office/drawing/2014/main" id="{C970ED31-6A88-FA20-9E8F-15190E649FD7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-541298"/>
            <a:ext cx="647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2 - Jun 2</a:t>
            </a:r>
          </a:p>
        </p:txBody>
      </p:sp>
      <p:sp>
        <p:nvSpPr>
          <p:cNvPr id="156" name="OTLSHAPE_SLT_118aa262c9b048e19e0b2ecc51e36c38_StartDate" hidden="1">
            <a:extLst>
              <a:ext uri="{FF2B5EF4-FFF2-40B4-BE49-F238E27FC236}">
                <a16:creationId xmlns:a16="http://schemas.microsoft.com/office/drawing/2014/main" id="{5E78D1E3-FBB9-B8F3-8584-9537E636C5E7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58" name="OTLSHAPE_SLT_118aa262c9b048e19e0b2ecc51e36c38_EndDate" hidden="1">
            <a:extLst>
              <a:ext uri="{FF2B5EF4-FFF2-40B4-BE49-F238E27FC236}">
                <a16:creationId xmlns:a16="http://schemas.microsoft.com/office/drawing/2014/main" id="{E7DD29AE-8F23-A39E-8203-626A6527E4C0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62" name="OTLSHAPE_SLT_840d1906cb104b01bde15bb78e8e323b_Duration" hidden="1">
            <a:extLst>
              <a:ext uri="{FF2B5EF4-FFF2-40B4-BE49-F238E27FC236}">
                <a16:creationId xmlns:a16="http://schemas.microsoft.com/office/drawing/2014/main" id="{AF94352C-A1AA-3CD3-CAF0-11CADCC5F27F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30.4 days</a:t>
            </a:r>
          </a:p>
        </p:txBody>
      </p:sp>
      <p:sp>
        <p:nvSpPr>
          <p:cNvPr id="164" name="OTLSHAPE_SLT_840d1906cb104b01bde15bb78e8e323b_JoinedDate" hidden="1">
            <a:extLst>
              <a:ext uri="{FF2B5EF4-FFF2-40B4-BE49-F238E27FC236}">
                <a16:creationId xmlns:a16="http://schemas.microsoft.com/office/drawing/2014/main" id="{98018458-F2E3-5969-8902-012387C1FE17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12700" y="-618242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Feb 23 - Apr 7</a:t>
            </a:r>
          </a:p>
        </p:txBody>
      </p:sp>
      <p:sp>
        <p:nvSpPr>
          <p:cNvPr id="166" name="OTLSHAPE_SLT_840d1906cb104b01bde15bb78e8e323b_StartDate" hidden="1">
            <a:extLst>
              <a:ext uri="{FF2B5EF4-FFF2-40B4-BE49-F238E27FC236}">
                <a16:creationId xmlns:a16="http://schemas.microsoft.com/office/drawing/2014/main" id="{EF90B6EA-A219-71F8-D5B4-6B53A96098EF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71" name="OTLSHAPE_SLT_840d1906cb104b01bde15bb78e8e323b_EndDate" hidden="1">
            <a:extLst>
              <a:ext uri="{FF2B5EF4-FFF2-40B4-BE49-F238E27FC236}">
                <a16:creationId xmlns:a16="http://schemas.microsoft.com/office/drawing/2014/main" id="{60E358A7-A0FF-1B70-E34D-3BD300C786CA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SLT_44de9765e7204557b88297f4709b8c30_Duration" hidden="1">
            <a:extLst>
              <a:ext uri="{FF2B5EF4-FFF2-40B4-BE49-F238E27FC236}">
                <a16:creationId xmlns:a16="http://schemas.microsoft.com/office/drawing/2014/main" id="{D8390DBF-8B60-B8A8-0522-EEF3ABAF35F4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46 days</a:t>
            </a:r>
          </a:p>
        </p:txBody>
      </p:sp>
      <p:sp>
        <p:nvSpPr>
          <p:cNvPr id="181" name="OTLSHAPE_SLT_44de9765e7204557b88297f4709b8c30_TextPercentage" hidden="1">
            <a:extLst>
              <a:ext uri="{FF2B5EF4-FFF2-40B4-BE49-F238E27FC236}">
                <a16:creationId xmlns:a16="http://schemas.microsoft.com/office/drawing/2014/main" id="{9E679A06-4471-CDC5-96C6-D619B2B15595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82" name="OTLSHAPE_SLT_44de9765e7204557b88297f4709b8c30_JoinedDate" hidden="1">
            <a:extLst>
              <a:ext uri="{FF2B5EF4-FFF2-40B4-BE49-F238E27FC236}">
                <a16:creationId xmlns:a16="http://schemas.microsoft.com/office/drawing/2014/main" id="{43B7B0F0-1318-0DB6-C5B4-E919476B34A3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2700" y="-541298"/>
            <a:ext cx="660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Feb 2 - Apr 7</a:t>
            </a:r>
          </a:p>
        </p:txBody>
      </p:sp>
      <p:sp>
        <p:nvSpPr>
          <p:cNvPr id="183" name="OTLSHAPE_SLT_44de9765e7204557b88297f4709b8c30_StartDate" hidden="1">
            <a:extLst>
              <a:ext uri="{FF2B5EF4-FFF2-40B4-BE49-F238E27FC236}">
                <a16:creationId xmlns:a16="http://schemas.microsoft.com/office/drawing/2014/main" id="{9EBB32FC-03B9-0BC1-0291-CB4E87BBD09A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84" name="OTLSHAPE_SLT_44de9765e7204557b88297f4709b8c30_EndDate" hidden="1">
            <a:extLst>
              <a:ext uri="{FF2B5EF4-FFF2-40B4-BE49-F238E27FC236}">
                <a16:creationId xmlns:a16="http://schemas.microsoft.com/office/drawing/2014/main" id="{0835A24B-E095-6B6F-7A3A-9583786EF969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06" name="OTLSHAPE_SLT_8d38abf6434f49b59dc24ae1ee36935e_Duration" hidden="1">
            <a:extLst>
              <a:ext uri="{FF2B5EF4-FFF2-40B4-BE49-F238E27FC236}">
                <a16:creationId xmlns:a16="http://schemas.microsoft.com/office/drawing/2014/main" id="{A1FD1D87-55FE-6881-98BB-BA9A3D98714F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18.3 days</a:t>
            </a:r>
          </a:p>
        </p:txBody>
      </p:sp>
      <p:sp>
        <p:nvSpPr>
          <p:cNvPr id="207" name="OTLSHAPE_SLT_8d38abf6434f49b59dc24ae1ee36935e_TextPercentage" hidden="1">
            <a:extLst>
              <a:ext uri="{FF2B5EF4-FFF2-40B4-BE49-F238E27FC236}">
                <a16:creationId xmlns:a16="http://schemas.microsoft.com/office/drawing/2014/main" id="{EB55107A-7F7B-130D-86AD-EB98C4821254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8d38abf6434f49b59dc24ae1ee36935e_JoinedDate" hidden="1">
            <a:extLst>
              <a:ext uri="{FF2B5EF4-FFF2-40B4-BE49-F238E27FC236}">
                <a16:creationId xmlns:a16="http://schemas.microsoft.com/office/drawing/2014/main" id="{4ABA6C55-622E-FCB7-FE83-89BF649AA036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12700" y="-618242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2 - Apr 28</a:t>
            </a:r>
          </a:p>
        </p:txBody>
      </p:sp>
      <p:sp>
        <p:nvSpPr>
          <p:cNvPr id="209" name="OTLSHAPE_SLT_8d38abf6434f49b59dc24ae1ee36935e_StartDate" hidden="1">
            <a:extLst>
              <a:ext uri="{FF2B5EF4-FFF2-40B4-BE49-F238E27FC236}">
                <a16:creationId xmlns:a16="http://schemas.microsoft.com/office/drawing/2014/main" id="{7925A808-6692-EC3C-37E1-CFBF3234107C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10" name="OTLSHAPE_SLT_8d38abf6434f49b59dc24ae1ee36935e_EndDate" hidden="1">
            <a:extLst>
              <a:ext uri="{FF2B5EF4-FFF2-40B4-BE49-F238E27FC236}">
                <a16:creationId xmlns:a16="http://schemas.microsoft.com/office/drawing/2014/main" id="{45BFE30E-AC48-6A77-C3A6-52ADE9484C0F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12" name="OTLSHAPE_SLT_c7770eb3e434445083ebf0cda53241c7_Duration" hidden="1">
            <a:extLst>
              <a:ext uri="{FF2B5EF4-FFF2-40B4-BE49-F238E27FC236}">
                <a16:creationId xmlns:a16="http://schemas.microsoft.com/office/drawing/2014/main" id="{CCA1794E-263B-0351-A962-CD4A2DEAE6E6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50 days</a:t>
            </a:r>
          </a:p>
        </p:txBody>
      </p:sp>
      <p:sp>
        <p:nvSpPr>
          <p:cNvPr id="213" name="OTLSHAPE_SLT_c7770eb3e434445083ebf0cda53241c7_TextPercentage" hidden="1">
            <a:extLst>
              <a:ext uri="{FF2B5EF4-FFF2-40B4-BE49-F238E27FC236}">
                <a16:creationId xmlns:a16="http://schemas.microsoft.com/office/drawing/2014/main" id="{E140BB60-B8A4-3145-2514-FA101FC55B05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214" name="OTLSHAPE_SLT_c7770eb3e434445083ebf0cda53241c7_JoinedDate" hidden="1">
            <a:extLst>
              <a:ext uri="{FF2B5EF4-FFF2-40B4-BE49-F238E27FC236}">
                <a16:creationId xmlns:a16="http://schemas.microsoft.com/office/drawing/2014/main" id="{7AF935B9-ACFC-9536-4208-989EDAC92AF6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12700" y="-618242"/>
            <a:ext cx="711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2 - Jun 10</a:t>
            </a:r>
          </a:p>
        </p:txBody>
      </p:sp>
      <p:sp>
        <p:nvSpPr>
          <p:cNvPr id="215" name="OTLSHAPE_SLT_c7770eb3e434445083ebf0cda53241c7_StartDate" hidden="1">
            <a:extLst>
              <a:ext uri="{FF2B5EF4-FFF2-40B4-BE49-F238E27FC236}">
                <a16:creationId xmlns:a16="http://schemas.microsoft.com/office/drawing/2014/main" id="{E85B02BA-9953-F56A-8B16-A0B3D4570695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16" name="OTLSHAPE_SLT_c7770eb3e434445083ebf0cda53241c7_EndDate" hidden="1">
            <a:extLst>
              <a:ext uri="{FF2B5EF4-FFF2-40B4-BE49-F238E27FC236}">
                <a16:creationId xmlns:a16="http://schemas.microsoft.com/office/drawing/2014/main" id="{75277784-7177-6F3A-85B3-5D37E1BDABDD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19" name="OTLSHAPE_SLT_40c7696c8b3a4b1db83d76730e5d92c2_Duration" hidden="1">
            <a:extLst>
              <a:ext uri="{FF2B5EF4-FFF2-40B4-BE49-F238E27FC236}">
                <a16:creationId xmlns:a16="http://schemas.microsoft.com/office/drawing/2014/main" id="{DC746C7D-8AA6-AF55-73E0-B22A2A1C0A3B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44.5 days</a:t>
            </a:r>
          </a:p>
        </p:txBody>
      </p:sp>
      <p:sp>
        <p:nvSpPr>
          <p:cNvPr id="220" name="OTLSHAPE_SLT_40c7696c8b3a4b1db83d76730e5d92c2_TextPercentage" hidden="1">
            <a:extLst>
              <a:ext uri="{FF2B5EF4-FFF2-40B4-BE49-F238E27FC236}">
                <a16:creationId xmlns:a16="http://schemas.microsoft.com/office/drawing/2014/main" id="{8D0ED07C-2770-9359-6DF3-5A75CB5B64A5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221" name="OTLSHAPE_SLT_40c7696c8b3a4b1db83d76730e5d92c2_JoinedDate" hidden="1">
            <a:extLst>
              <a:ext uri="{FF2B5EF4-FFF2-40B4-BE49-F238E27FC236}">
                <a16:creationId xmlns:a16="http://schemas.microsoft.com/office/drawing/2014/main" id="{F1D4FB27-3F02-87DB-832B-58433DACAEC4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-541298"/>
            <a:ext cx="660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Jun 5 - Aug 5</a:t>
            </a:r>
          </a:p>
        </p:txBody>
      </p:sp>
      <p:sp>
        <p:nvSpPr>
          <p:cNvPr id="222" name="OTLSHAPE_SLT_40c7696c8b3a4b1db83d76730e5d92c2_StartDate" hidden="1">
            <a:extLst>
              <a:ext uri="{FF2B5EF4-FFF2-40B4-BE49-F238E27FC236}">
                <a16:creationId xmlns:a16="http://schemas.microsoft.com/office/drawing/2014/main" id="{5D738370-55C0-4CE3-D881-F9DC0A4F8DBA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23" name="OTLSHAPE_SLT_40c7696c8b3a4b1db83d76730e5d92c2_EndDate" hidden="1">
            <a:extLst>
              <a:ext uri="{FF2B5EF4-FFF2-40B4-BE49-F238E27FC236}">
                <a16:creationId xmlns:a16="http://schemas.microsoft.com/office/drawing/2014/main" id="{13548E76-EC36-2621-D3B2-4DD665778069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25" name="OTLSHAPE_SLT_f1b03b9fadb246d6b74eef66d2c662d1_Duration" hidden="1">
            <a:extLst>
              <a:ext uri="{FF2B5EF4-FFF2-40B4-BE49-F238E27FC236}">
                <a16:creationId xmlns:a16="http://schemas.microsoft.com/office/drawing/2014/main" id="{12F78ABE-2B41-2A37-6C93-E4E8E61F4A84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50 days</a:t>
            </a:r>
          </a:p>
        </p:txBody>
      </p:sp>
      <p:sp>
        <p:nvSpPr>
          <p:cNvPr id="226" name="OTLSHAPE_SLT_f1b03b9fadb246d6b74eef66d2c662d1_TextPercentage" hidden="1">
            <a:extLst>
              <a:ext uri="{FF2B5EF4-FFF2-40B4-BE49-F238E27FC236}">
                <a16:creationId xmlns:a16="http://schemas.microsoft.com/office/drawing/2014/main" id="{F9A58C03-8690-7A6B-1919-D953070E4EE4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232" name="OTLSHAPE_SLT_f1b03b9fadb246d6b74eef66d2c662d1_JoinedDate" hidden="1">
            <a:extLst>
              <a:ext uri="{FF2B5EF4-FFF2-40B4-BE49-F238E27FC236}">
                <a16:creationId xmlns:a16="http://schemas.microsoft.com/office/drawing/2014/main" id="{947DF4C0-976E-4BD4-BAC4-DBAC7C071139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2700" y="-618242"/>
            <a:ext cx="673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7 - Sep 14</a:t>
            </a:r>
          </a:p>
        </p:txBody>
      </p:sp>
      <p:sp>
        <p:nvSpPr>
          <p:cNvPr id="233" name="OTLSHAPE_SLT_f1b03b9fadb246d6b74eef66d2c662d1_StartDate" hidden="1">
            <a:extLst>
              <a:ext uri="{FF2B5EF4-FFF2-40B4-BE49-F238E27FC236}">
                <a16:creationId xmlns:a16="http://schemas.microsoft.com/office/drawing/2014/main" id="{D51EB1D8-125F-8F15-2204-F3286FFD804C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35" name="OTLSHAPE_SLT_f1b03b9fadb246d6b74eef66d2c662d1_EndDate" hidden="1">
            <a:extLst>
              <a:ext uri="{FF2B5EF4-FFF2-40B4-BE49-F238E27FC236}">
                <a16:creationId xmlns:a16="http://schemas.microsoft.com/office/drawing/2014/main" id="{0745E8DB-9954-83DD-6194-548D5E60CC9F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43" name="OTLSHAPE_SLT_c60910096d5a4b6f9de76b63feadcf94_Duration" hidden="1">
            <a:extLst>
              <a:ext uri="{FF2B5EF4-FFF2-40B4-BE49-F238E27FC236}">
                <a16:creationId xmlns:a16="http://schemas.microsoft.com/office/drawing/2014/main" id="{FFB4FE27-92A0-7281-584A-4D11B4F19926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62.2 days</a:t>
            </a:r>
          </a:p>
        </p:txBody>
      </p:sp>
      <p:sp>
        <p:nvSpPr>
          <p:cNvPr id="244" name="OTLSHAPE_SLT_c60910096d5a4b6f9de76b63feadcf94_TextPercentage" hidden="1">
            <a:extLst>
              <a:ext uri="{FF2B5EF4-FFF2-40B4-BE49-F238E27FC236}">
                <a16:creationId xmlns:a16="http://schemas.microsoft.com/office/drawing/2014/main" id="{DED6376C-55C9-9B0F-59AC-96FAD51DAAE2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-79633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246" name="OTLSHAPE_SLT_c60910096d5a4b6f9de76b63feadcf94_JoinedDate" hidden="1">
            <a:extLst>
              <a:ext uri="{FF2B5EF4-FFF2-40B4-BE49-F238E27FC236}">
                <a16:creationId xmlns:a16="http://schemas.microsoft.com/office/drawing/2014/main" id="{8526D086-7CE8-940D-A2DD-E1A4CF861B6C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-618242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Aug 3 - Oct 28</a:t>
            </a:r>
          </a:p>
        </p:txBody>
      </p:sp>
      <p:sp>
        <p:nvSpPr>
          <p:cNvPr id="247" name="OTLSHAPE_SLT_c60910096d5a4b6f9de76b63feadcf94_StartDate" hidden="1">
            <a:extLst>
              <a:ext uri="{FF2B5EF4-FFF2-40B4-BE49-F238E27FC236}">
                <a16:creationId xmlns:a16="http://schemas.microsoft.com/office/drawing/2014/main" id="{0ACF39FF-09CB-6883-C2F8-8CE97387FDD5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49" name="OTLSHAPE_SLT_c60910096d5a4b6f9de76b63feadcf94_EndDate" hidden="1">
            <a:extLst>
              <a:ext uri="{FF2B5EF4-FFF2-40B4-BE49-F238E27FC236}">
                <a16:creationId xmlns:a16="http://schemas.microsoft.com/office/drawing/2014/main" id="{8521FBCB-92E2-8613-E868-8B1207093510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255" name="OTLSHAPE_SLT_71feb0897c2b47d28678366d0661913b_JoinedDate" hidden="1">
            <a:extLst>
              <a:ext uri="{FF2B5EF4-FFF2-40B4-BE49-F238E27FC236}">
                <a16:creationId xmlns:a16="http://schemas.microsoft.com/office/drawing/2014/main" id="{6CB91ED6-DB69-44EE-DA80-3DFDE5974671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-69518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Feb 17 - Mar 31</a:t>
            </a:r>
          </a:p>
        </p:txBody>
      </p:sp>
      <p:sp>
        <p:nvSpPr>
          <p:cNvPr id="320" name="OTLSHAPE_SLT_71feb0897c2b47d28678366d0661913b_StartDate" hidden="1">
            <a:extLst>
              <a:ext uri="{FF2B5EF4-FFF2-40B4-BE49-F238E27FC236}">
                <a16:creationId xmlns:a16="http://schemas.microsoft.com/office/drawing/2014/main" id="{9F31369C-776C-4552-B025-D8341C0128A4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21" name="OTLSHAPE_SLT_71feb0897c2b47d28678366d0661913b_EndDate" hidden="1">
            <a:extLst>
              <a:ext uri="{FF2B5EF4-FFF2-40B4-BE49-F238E27FC236}">
                <a16:creationId xmlns:a16="http://schemas.microsoft.com/office/drawing/2014/main" id="{01380A8E-7F28-8F79-7204-85B5C8793B4F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23" name="OTLSHAPE_SLT_fa8886b769a54c02817aaba54576e921_TextPercentage" hidden="1">
            <a:extLst>
              <a:ext uri="{FF2B5EF4-FFF2-40B4-BE49-F238E27FC236}">
                <a16:creationId xmlns:a16="http://schemas.microsoft.com/office/drawing/2014/main" id="{30DE31EC-D54B-BFFA-FCC1-D4CA1F12AA39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24" name="OTLSHAPE_SLT_fa8886b769a54c02817aaba54576e921_JoinedDate" hidden="1">
            <a:extLst>
              <a:ext uri="{FF2B5EF4-FFF2-40B4-BE49-F238E27FC236}">
                <a16:creationId xmlns:a16="http://schemas.microsoft.com/office/drawing/2014/main" id="{D5D4E7E4-B808-7C1D-FB39-50366BC9B0E1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-541298"/>
            <a:ext cx="660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1 - Sep 1</a:t>
            </a:r>
          </a:p>
        </p:txBody>
      </p:sp>
      <p:sp>
        <p:nvSpPr>
          <p:cNvPr id="325" name="OTLSHAPE_SLT_fa8886b769a54c02817aaba54576e921_StartDate" hidden="1">
            <a:extLst>
              <a:ext uri="{FF2B5EF4-FFF2-40B4-BE49-F238E27FC236}">
                <a16:creationId xmlns:a16="http://schemas.microsoft.com/office/drawing/2014/main" id="{74B47728-70B0-1243-9623-47E6CE0A25A2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26" name="OTLSHAPE_SLT_fa8886b769a54c02817aaba54576e921_EndDate" hidden="1">
            <a:extLst>
              <a:ext uri="{FF2B5EF4-FFF2-40B4-BE49-F238E27FC236}">
                <a16:creationId xmlns:a16="http://schemas.microsoft.com/office/drawing/2014/main" id="{53AC51B3-9CA0-47AD-1915-F55E2AC1F1E2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29" name="OTLSHAPE_SLT_a0005013d1434eca8799fe0021a266e0_Duration" hidden="1">
            <a:extLst>
              <a:ext uri="{FF2B5EF4-FFF2-40B4-BE49-F238E27FC236}">
                <a16:creationId xmlns:a16="http://schemas.microsoft.com/office/drawing/2014/main" id="{5DC50275-768D-4616-E156-6E25F3E641FB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310466"/>
            <a:ext cx="406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chemeClr val="dk2"/>
                </a:solidFill>
                <a:latin typeface="Calibri" panose="020F0502020204030204" pitchFamily="34" charset="0"/>
              </a:rPr>
              <a:t>7.1 wks</a:t>
            </a:r>
          </a:p>
        </p:txBody>
      </p:sp>
      <p:sp>
        <p:nvSpPr>
          <p:cNvPr id="330" name="OTLSHAPE_SLT_a0005013d1434eca8799fe0021a266e0_TextPercentage" hidden="1">
            <a:extLst>
              <a:ext uri="{FF2B5EF4-FFF2-40B4-BE49-F238E27FC236}">
                <a16:creationId xmlns:a16="http://schemas.microsoft.com/office/drawing/2014/main" id="{7DBD59DF-3C0F-AC1A-76CB-6534839DFBE5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32" name="OTLSHAPE_SLT_a0005013d1434eca8799fe0021a266e0_JoinedDate" hidden="1">
            <a:extLst>
              <a:ext uri="{FF2B5EF4-FFF2-40B4-BE49-F238E27FC236}">
                <a16:creationId xmlns:a16="http://schemas.microsoft.com/office/drawing/2014/main" id="{69181667-A1C2-6B2C-AC49-07E18584675C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-618242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Sep 1 - Oct 21</a:t>
            </a:r>
          </a:p>
        </p:txBody>
      </p:sp>
      <p:sp>
        <p:nvSpPr>
          <p:cNvPr id="333" name="OTLSHAPE_SLT_a0005013d1434eca8799fe0021a266e0_StartDate" hidden="1">
            <a:extLst>
              <a:ext uri="{FF2B5EF4-FFF2-40B4-BE49-F238E27FC236}">
                <a16:creationId xmlns:a16="http://schemas.microsoft.com/office/drawing/2014/main" id="{C1C9939F-36C1-C289-1BF0-DA62AB6E22D2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34" name="OTLSHAPE_SLT_a0005013d1434eca8799fe0021a266e0_EndDate" hidden="1">
            <a:extLst>
              <a:ext uri="{FF2B5EF4-FFF2-40B4-BE49-F238E27FC236}">
                <a16:creationId xmlns:a16="http://schemas.microsoft.com/office/drawing/2014/main" id="{E5679218-AB66-202A-4BA4-CB1A6738F7E0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37" name="OTLSHAPE_SLT_db841b2dc0b5434e83008cd4d4e540bc_Duration" hidden="1">
            <a:extLst>
              <a:ext uri="{FF2B5EF4-FFF2-40B4-BE49-F238E27FC236}">
                <a16:creationId xmlns:a16="http://schemas.microsoft.com/office/drawing/2014/main" id="{64A972E8-EA50-76AF-41CE-3405E936285E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45.9 days</a:t>
            </a:r>
          </a:p>
        </p:txBody>
      </p:sp>
      <p:sp>
        <p:nvSpPr>
          <p:cNvPr id="338" name="OTLSHAPE_SLT_db841b2dc0b5434e83008cd4d4e540bc_TextPercentage" hidden="1">
            <a:extLst>
              <a:ext uri="{FF2B5EF4-FFF2-40B4-BE49-F238E27FC236}">
                <a16:creationId xmlns:a16="http://schemas.microsoft.com/office/drawing/2014/main" id="{4B6610C3-E9CB-626E-23C9-A28490A16870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39" name="OTLSHAPE_SLT_db841b2dc0b5434e83008cd4d4e540bc_JoinedDate" hidden="1">
            <a:extLst>
              <a:ext uri="{FF2B5EF4-FFF2-40B4-BE49-F238E27FC236}">
                <a16:creationId xmlns:a16="http://schemas.microsoft.com/office/drawing/2014/main" id="{EA71040E-9AEA-7458-8A7C-0E819981D1BB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12700" y="-695186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21 - Dec 25</a:t>
            </a:r>
          </a:p>
        </p:txBody>
      </p:sp>
      <p:sp>
        <p:nvSpPr>
          <p:cNvPr id="340" name="OTLSHAPE_SLT_db841b2dc0b5434e83008cd4d4e540bc_StartDate" hidden="1">
            <a:extLst>
              <a:ext uri="{FF2B5EF4-FFF2-40B4-BE49-F238E27FC236}">
                <a16:creationId xmlns:a16="http://schemas.microsoft.com/office/drawing/2014/main" id="{D47AB571-3B43-D904-A3B1-8A5447F1E42C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41" name="OTLSHAPE_SLT_db841b2dc0b5434e83008cd4d4e540bc_EndDate" hidden="1">
            <a:extLst>
              <a:ext uri="{FF2B5EF4-FFF2-40B4-BE49-F238E27FC236}">
                <a16:creationId xmlns:a16="http://schemas.microsoft.com/office/drawing/2014/main" id="{8EAADDD6-0ACF-22E6-8B81-7F93B3AED29A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46" name="OTLSHAPE_SLM_27e0e90c8e61460f88da93ab404fc85d_Date" hidden="1">
            <a:extLst>
              <a:ext uri="{FF2B5EF4-FFF2-40B4-BE49-F238E27FC236}">
                <a16:creationId xmlns:a16="http://schemas.microsoft.com/office/drawing/2014/main" id="{7D401BC8-BF98-E8C4-F8DE-5E770BCDCCD5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Dec 20</a:t>
            </a:r>
          </a:p>
        </p:txBody>
      </p:sp>
      <p:sp>
        <p:nvSpPr>
          <p:cNvPr id="347" name="OTLSHAPE_SLM_05f5e22b071042a1a1dc59615bb4c469_Date" hidden="1">
            <a:extLst>
              <a:ext uri="{FF2B5EF4-FFF2-40B4-BE49-F238E27FC236}">
                <a16:creationId xmlns:a16="http://schemas.microsoft.com/office/drawing/2014/main" id="{3DB10196-1EE7-A791-C4AF-DD8381AE43F3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-15657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</a:t>
            </a:r>
          </a:p>
        </p:txBody>
      </p:sp>
      <p:sp>
        <p:nvSpPr>
          <p:cNvPr id="348" name="OTLSHAPE_SLM_38f7caf9b7404674b5040d0ab204f9f9_Date" hidden="1">
            <a:extLst>
              <a:ext uri="{FF2B5EF4-FFF2-40B4-BE49-F238E27FC236}">
                <a16:creationId xmlns:a16="http://schemas.microsoft.com/office/drawing/2014/main" id="{57717CCD-915E-FD78-2848-E3DE005B8022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Aug 10</a:t>
            </a:r>
          </a:p>
        </p:txBody>
      </p:sp>
      <p:sp>
        <p:nvSpPr>
          <p:cNvPr id="349" name="OTLSHAPE_SLM_5024da5f4d8841748a89544126f9da82_Date" hidden="1">
            <a:extLst>
              <a:ext uri="{FF2B5EF4-FFF2-40B4-BE49-F238E27FC236}">
                <a16:creationId xmlns:a16="http://schemas.microsoft.com/office/drawing/2014/main" id="{4021EFEC-1738-403C-D80F-0F2A6B7E15AB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19</a:t>
            </a:r>
          </a:p>
        </p:txBody>
      </p:sp>
      <p:sp>
        <p:nvSpPr>
          <p:cNvPr id="350" name="OTLSHAPE_SLM_42c1a0ca0ec74680a58bbd3c49f9125b_Date" hidden="1">
            <a:extLst>
              <a:ext uri="{FF2B5EF4-FFF2-40B4-BE49-F238E27FC236}">
                <a16:creationId xmlns:a16="http://schemas.microsoft.com/office/drawing/2014/main" id="{4B27B0DB-8B21-0D2B-092C-FAE023757EE3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May 19</a:t>
            </a:r>
          </a:p>
        </p:txBody>
      </p:sp>
      <p:sp>
        <p:nvSpPr>
          <p:cNvPr id="351" name="OTLSHAPE_SLM_0fe6e6c4d349427c81caccf576ba460c_Date" hidden="1">
            <a:extLst>
              <a:ext uri="{FF2B5EF4-FFF2-40B4-BE49-F238E27FC236}">
                <a16:creationId xmlns:a16="http://schemas.microsoft.com/office/drawing/2014/main" id="{E9AAB00E-4F9E-8E35-A85F-3341D62DB21C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18</a:t>
            </a:r>
          </a:p>
        </p:txBody>
      </p:sp>
      <p:sp>
        <p:nvSpPr>
          <p:cNvPr id="352" name="OTLSHAPE_SLM_7695617a14a84c95a269c6cd4b4f335a_Date" hidden="1">
            <a:extLst>
              <a:ext uri="{FF2B5EF4-FFF2-40B4-BE49-F238E27FC236}">
                <a16:creationId xmlns:a16="http://schemas.microsoft.com/office/drawing/2014/main" id="{D183E1D0-984F-8C79-53D6-C738AAFF1804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Dec 21</a:t>
            </a:r>
          </a:p>
        </p:txBody>
      </p:sp>
      <p:cxnSp>
        <p:nvCxnSpPr>
          <p:cNvPr id="401" name="OTLSHAPE_TB_00000000000000000000000000000000_Separator1">
            <a:extLst>
              <a:ext uri="{FF2B5EF4-FFF2-40B4-BE49-F238E27FC236}">
                <a16:creationId xmlns:a16="http://schemas.microsoft.com/office/drawing/2014/main" id="{EFF250CC-0807-44FD-A6E3-DF65A374E1D0}"/>
              </a:ext>
            </a:extLst>
          </p:cNvPr>
          <p:cNvCxnSpPr/>
          <p:nvPr>
            <p:custDataLst>
              <p:tags r:id="rId188"/>
            </p:custDataLst>
          </p:nvPr>
        </p:nvCxnSpPr>
        <p:spPr>
          <a:xfrm>
            <a:off x="3858872" y="1803400"/>
            <a:ext cx="0" cy="203200"/>
          </a:xfrm>
          <a:prstGeom prst="line">
            <a:avLst/>
          </a:prstGeom>
          <a:ln w="762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OTLSHAPE_TB_00000000000000000000000000000000_Separator2">
            <a:extLst>
              <a:ext uri="{FF2B5EF4-FFF2-40B4-BE49-F238E27FC236}">
                <a16:creationId xmlns:a16="http://schemas.microsoft.com/office/drawing/2014/main" id="{7177E166-5FD2-4461-A27E-9D228701EEC7}"/>
              </a:ext>
            </a:extLst>
          </p:cNvPr>
          <p:cNvCxnSpPr/>
          <p:nvPr>
            <p:custDataLst>
              <p:tags r:id="rId189"/>
            </p:custDataLst>
          </p:nvPr>
        </p:nvCxnSpPr>
        <p:spPr>
          <a:xfrm>
            <a:off x="6452369" y="1803400"/>
            <a:ext cx="0" cy="203200"/>
          </a:xfrm>
          <a:prstGeom prst="line">
            <a:avLst/>
          </a:prstGeom>
          <a:ln w="762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OTLSHAPE_TB_00000000000000000000000000000000_Separator3">
            <a:extLst>
              <a:ext uri="{FF2B5EF4-FFF2-40B4-BE49-F238E27FC236}">
                <a16:creationId xmlns:a16="http://schemas.microsoft.com/office/drawing/2014/main" id="{2FAAE1BE-551C-4F35-A2FA-C7B15464874A}"/>
              </a:ext>
            </a:extLst>
          </p:cNvPr>
          <p:cNvCxnSpPr/>
          <p:nvPr>
            <p:custDataLst>
              <p:tags r:id="rId190"/>
            </p:custDataLst>
          </p:nvPr>
        </p:nvCxnSpPr>
        <p:spPr>
          <a:xfrm>
            <a:off x="9074365" y="1803400"/>
            <a:ext cx="0" cy="203200"/>
          </a:xfrm>
          <a:prstGeom prst="line">
            <a:avLst/>
          </a:prstGeom>
          <a:ln w="762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OTLSHAPE_M_ad52e739797946d7bd463b006c06394d_Shape">
            <a:extLst>
              <a:ext uri="{FF2B5EF4-FFF2-40B4-BE49-F238E27FC236}">
                <a16:creationId xmlns:a16="http://schemas.microsoft.com/office/drawing/2014/main" id="{9F099775-87FE-4D93-AF37-E240D5765B0D}"/>
              </a:ext>
            </a:extLst>
          </p:cNvPr>
          <p:cNvSpPr/>
          <p:nvPr>
            <p:custDataLst>
              <p:tags r:id="rId191"/>
            </p:custDataLst>
          </p:nvPr>
        </p:nvSpPr>
        <p:spPr>
          <a:xfrm>
            <a:off x="3744553" y="1524000"/>
            <a:ext cx="228600" cy="254000"/>
          </a:xfrm>
          <a:prstGeom prst="flowChartManualOperation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TLSHAPE_M_4a076ebd25c146989ebf5900a5b4447e_Shape">
            <a:extLst>
              <a:ext uri="{FF2B5EF4-FFF2-40B4-BE49-F238E27FC236}">
                <a16:creationId xmlns:a16="http://schemas.microsoft.com/office/drawing/2014/main" id="{A0897136-47F9-4312-80A9-EB5B3AD26F7B}"/>
              </a:ext>
            </a:extLst>
          </p:cNvPr>
          <p:cNvSpPr/>
          <p:nvPr>
            <p:custDataLst>
              <p:tags r:id="rId192"/>
            </p:custDataLst>
          </p:nvPr>
        </p:nvSpPr>
        <p:spPr>
          <a:xfrm>
            <a:off x="6452069" y="1524000"/>
            <a:ext cx="228600" cy="254000"/>
          </a:xfrm>
          <a:prstGeom prst="flowChartManualOperation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TLSHAPE_M_db4393fafb20429da7667ad39271af50_Shape">
            <a:extLst>
              <a:ext uri="{FF2B5EF4-FFF2-40B4-BE49-F238E27FC236}">
                <a16:creationId xmlns:a16="http://schemas.microsoft.com/office/drawing/2014/main" id="{6E59FB29-E022-4225-831B-1BF545F1F193}"/>
              </a:ext>
            </a:extLst>
          </p:cNvPr>
          <p:cNvSpPr/>
          <p:nvPr>
            <p:custDataLst>
              <p:tags r:id="rId193"/>
            </p:custDataLst>
          </p:nvPr>
        </p:nvSpPr>
        <p:spPr>
          <a:xfrm>
            <a:off x="8874546" y="1524000"/>
            <a:ext cx="228600" cy="254000"/>
          </a:xfrm>
          <a:prstGeom prst="flowChartManualOperation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TLSHAPE_M_d13f186547184bbb84e3129eee9c4279_Shape">
            <a:extLst>
              <a:ext uri="{FF2B5EF4-FFF2-40B4-BE49-F238E27FC236}">
                <a16:creationId xmlns:a16="http://schemas.microsoft.com/office/drawing/2014/main" id="{D30EF0F2-D44A-4AF4-A21C-F1CCBF7B9302}"/>
              </a:ext>
            </a:extLst>
          </p:cNvPr>
          <p:cNvSpPr/>
          <p:nvPr>
            <p:custDataLst>
              <p:tags r:id="rId194"/>
            </p:custDataLst>
          </p:nvPr>
        </p:nvSpPr>
        <p:spPr>
          <a:xfrm>
            <a:off x="11268542" y="1524000"/>
            <a:ext cx="228600" cy="254000"/>
          </a:xfrm>
          <a:prstGeom prst="flowChartManualOperation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TLSHAPE_SLA_966ac8e38d974bfeae23890a126b2a79_Shape">
            <a:extLst>
              <a:ext uri="{FF2B5EF4-FFF2-40B4-BE49-F238E27FC236}">
                <a16:creationId xmlns:a16="http://schemas.microsoft.com/office/drawing/2014/main" id="{35A9FE4A-72FE-4B22-B678-133D33A4DD0C}"/>
              </a:ext>
            </a:extLst>
          </p:cNvPr>
          <p:cNvSpPr/>
          <p:nvPr>
            <p:custDataLst>
              <p:tags r:id="rId195"/>
            </p:custDataLst>
          </p:nvPr>
        </p:nvSpPr>
        <p:spPr>
          <a:xfrm>
            <a:off x="1635556" y="2336800"/>
            <a:ext cx="228600" cy="254000"/>
          </a:xfrm>
          <a:prstGeom prst="star8">
            <a:avLst/>
          </a:prstGeom>
          <a:solidFill>
            <a:srgbClr val="7F6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OTLSHAPE_SLA_3999f18e2c61454cadfd7ea463d2536b_Shape">
            <a:extLst>
              <a:ext uri="{FF2B5EF4-FFF2-40B4-BE49-F238E27FC236}">
                <a16:creationId xmlns:a16="http://schemas.microsoft.com/office/drawing/2014/main" id="{6C5D03A9-B173-4420-A3CE-7A77C19D462B}"/>
              </a:ext>
            </a:extLst>
          </p:cNvPr>
          <p:cNvSpPr/>
          <p:nvPr>
            <p:custDataLst>
              <p:tags r:id="rId196"/>
            </p:custDataLst>
          </p:nvPr>
        </p:nvSpPr>
        <p:spPr>
          <a:xfrm>
            <a:off x="3744553" y="2837519"/>
            <a:ext cx="228600" cy="254000"/>
          </a:xfrm>
          <a:prstGeom prst="star8">
            <a:avLst/>
          </a:prstGeom>
          <a:solidFill>
            <a:srgbClr val="7F6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OTLSHAPE_SLA_0723a534b8b04d848ad49d960b833b9c_Shape">
            <a:extLst>
              <a:ext uri="{FF2B5EF4-FFF2-40B4-BE49-F238E27FC236}">
                <a16:creationId xmlns:a16="http://schemas.microsoft.com/office/drawing/2014/main" id="{3EBA043A-ED44-41CB-8491-FC6AD06A285A}"/>
              </a:ext>
            </a:extLst>
          </p:cNvPr>
          <p:cNvSpPr/>
          <p:nvPr>
            <p:custDataLst>
              <p:tags r:id="rId197"/>
            </p:custDataLst>
          </p:nvPr>
        </p:nvSpPr>
        <p:spPr>
          <a:xfrm>
            <a:off x="3744553" y="3427137"/>
            <a:ext cx="228600" cy="254000"/>
          </a:xfrm>
          <a:prstGeom prst="star8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OTLSHAPE_SLA_5f22e295269f42e9b1ce98b4118ab3d0_Shape">
            <a:extLst>
              <a:ext uri="{FF2B5EF4-FFF2-40B4-BE49-F238E27FC236}">
                <a16:creationId xmlns:a16="http://schemas.microsoft.com/office/drawing/2014/main" id="{120D8165-9E23-44EF-BA8E-6D27FA7121DC}"/>
              </a:ext>
            </a:extLst>
          </p:cNvPr>
          <p:cNvSpPr/>
          <p:nvPr>
            <p:custDataLst>
              <p:tags r:id="rId198"/>
            </p:custDataLst>
          </p:nvPr>
        </p:nvSpPr>
        <p:spPr>
          <a:xfrm>
            <a:off x="5682550" y="3915156"/>
            <a:ext cx="228600" cy="254000"/>
          </a:xfrm>
          <a:prstGeom prst="star8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OTLSHAPE_SLA_8ed28b9183de4588a46ed4323066c28f_Shape">
            <a:extLst>
              <a:ext uri="{FF2B5EF4-FFF2-40B4-BE49-F238E27FC236}">
                <a16:creationId xmlns:a16="http://schemas.microsoft.com/office/drawing/2014/main" id="{922DAB24-1200-476E-869A-E8329C27BFD9}"/>
              </a:ext>
            </a:extLst>
          </p:cNvPr>
          <p:cNvSpPr/>
          <p:nvPr>
            <p:custDataLst>
              <p:tags r:id="rId199"/>
            </p:custDataLst>
          </p:nvPr>
        </p:nvSpPr>
        <p:spPr>
          <a:xfrm>
            <a:off x="7136048" y="4403175"/>
            <a:ext cx="228600" cy="254000"/>
          </a:xfrm>
          <a:prstGeom prst="star8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OTLSHAPE_SLA_3ef8107866514941904e61ada6b41143_Shape">
            <a:extLst>
              <a:ext uri="{FF2B5EF4-FFF2-40B4-BE49-F238E27FC236}">
                <a16:creationId xmlns:a16="http://schemas.microsoft.com/office/drawing/2014/main" id="{804E6E9B-D48C-46D2-B31B-9C219010B8B7}"/>
              </a:ext>
            </a:extLst>
          </p:cNvPr>
          <p:cNvSpPr/>
          <p:nvPr>
            <p:custDataLst>
              <p:tags r:id="rId200"/>
            </p:custDataLst>
          </p:nvPr>
        </p:nvSpPr>
        <p:spPr>
          <a:xfrm>
            <a:off x="5141071" y="5369137"/>
            <a:ext cx="228600" cy="254000"/>
          </a:xfrm>
          <a:prstGeom prst="star8">
            <a:avLst/>
          </a:prstGeom>
          <a:solidFill>
            <a:srgbClr val="3857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OTLSHAPE_SLA_73609d6e8c64405eaf9a111900945daa_Shape">
            <a:extLst>
              <a:ext uri="{FF2B5EF4-FFF2-40B4-BE49-F238E27FC236}">
                <a16:creationId xmlns:a16="http://schemas.microsoft.com/office/drawing/2014/main" id="{137859B4-0E3A-4AE9-BB73-D01ED6817BEB}"/>
              </a:ext>
            </a:extLst>
          </p:cNvPr>
          <p:cNvSpPr/>
          <p:nvPr>
            <p:custDataLst>
              <p:tags r:id="rId201"/>
            </p:custDataLst>
          </p:nvPr>
        </p:nvSpPr>
        <p:spPr>
          <a:xfrm>
            <a:off x="6338049" y="5369137"/>
            <a:ext cx="228600" cy="254000"/>
          </a:xfrm>
          <a:prstGeom prst="star8">
            <a:avLst/>
          </a:prstGeom>
          <a:solidFill>
            <a:srgbClr val="3857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OTLSHAPE_SLA_642753ce33624524bda7e4ee109a5f9d_Shape">
            <a:extLst>
              <a:ext uri="{FF2B5EF4-FFF2-40B4-BE49-F238E27FC236}">
                <a16:creationId xmlns:a16="http://schemas.microsoft.com/office/drawing/2014/main" id="{FD4391E1-5829-40C4-82FA-0DBBCEF0E20C}"/>
              </a:ext>
            </a:extLst>
          </p:cNvPr>
          <p:cNvSpPr/>
          <p:nvPr>
            <p:custDataLst>
              <p:tags r:id="rId202"/>
            </p:custDataLst>
          </p:nvPr>
        </p:nvSpPr>
        <p:spPr>
          <a:xfrm>
            <a:off x="7506547" y="5369137"/>
            <a:ext cx="228600" cy="254000"/>
          </a:xfrm>
          <a:prstGeom prst="star8">
            <a:avLst/>
          </a:prstGeom>
          <a:solidFill>
            <a:srgbClr val="3857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OTLSHAPE_SLA_cdec049039d04838ba13a617fc9cdecd_Shape">
            <a:extLst>
              <a:ext uri="{FF2B5EF4-FFF2-40B4-BE49-F238E27FC236}">
                <a16:creationId xmlns:a16="http://schemas.microsoft.com/office/drawing/2014/main" id="{FCBA0411-A092-45E4-87C1-D0FAC9FE2F7E}"/>
              </a:ext>
            </a:extLst>
          </p:cNvPr>
          <p:cNvSpPr/>
          <p:nvPr>
            <p:custDataLst>
              <p:tags r:id="rId203"/>
            </p:custDataLst>
          </p:nvPr>
        </p:nvSpPr>
        <p:spPr>
          <a:xfrm>
            <a:off x="10271044" y="5369137"/>
            <a:ext cx="228600" cy="254000"/>
          </a:xfrm>
          <a:prstGeom prst="star8">
            <a:avLst/>
          </a:prstGeom>
          <a:solidFill>
            <a:srgbClr val="3857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4" name="OTLSHAPE_SLA_ef594de3bf094f1cb93f9e7d12ee469b_Shape">
            <a:extLst>
              <a:ext uri="{FF2B5EF4-FFF2-40B4-BE49-F238E27FC236}">
                <a16:creationId xmlns:a16="http://schemas.microsoft.com/office/drawing/2014/main" id="{E82E69E1-E241-41F2-8D5E-2F9E3B2EC299}"/>
              </a:ext>
            </a:extLst>
          </p:cNvPr>
          <p:cNvSpPr/>
          <p:nvPr>
            <p:custDataLst>
              <p:tags r:id="rId204"/>
            </p:custDataLst>
          </p:nvPr>
        </p:nvSpPr>
        <p:spPr>
          <a:xfrm>
            <a:off x="11268542" y="5369137"/>
            <a:ext cx="228600" cy="254000"/>
          </a:xfrm>
          <a:prstGeom prst="star8">
            <a:avLst/>
          </a:prstGeom>
          <a:solidFill>
            <a:srgbClr val="3857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TLSHAPE_M_db4393fafb20429da7667ad39271af50_Title">
            <a:extLst>
              <a:ext uri="{FF2B5EF4-FFF2-40B4-BE49-F238E27FC236}">
                <a16:creationId xmlns:a16="http://schemas.microsoft.com/office/drawing/2014/main" id="{EFDD6F16-A662-4663-96CD-4159120252E3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8679537" y="1328081"/>
            <a:ext cx="62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Q3 Review</a:t>
            </a:r>
          </a:p>
        </p:txBody>
      </p:sp>
      <p:sp>
        <p:nvSpPr>
          <p:cNvPr id="29" name="OTLSHAPE_M_ad52e739797946d7bd463b006c06394d_Title">
            <a:extLst>
              <a:ext uri="{FF2B5EF4-FFF2-40B4-BE49-F238E27FC236}">
                <a16:creationId xmlns:a16="http://schemas.microsoft.com/office/drawing/2014/main" id="{21839672-264B-4DB4-A884-9A8E74029E54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3549544" y="1328081"/>
            <a:ext cx="62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Q1 Review</a:t>
            </a:r>
          </a:p>
        </p:txBody>
      </p:sp>
      <p:sp>
        <p:nvSpPr>
          <p:cNvPr id="133" name="OTLSHAPE_M_4a076ebd25c146989ebf5900a5b4447e_Title">
            <a:extLst>
              <a:ext uri="{FF2B5EF4-FFF2-40B4-BE49-F238E27FC236}">
                <a16:creationId xmlns:a16="http://schemas.microsoft.com/office/drawing/2014/main" id="{30974211-CF09-4AFF-B4E3-B5C84228A7D6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6257060" y="1328081"/>
            <a:ext cx="62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Q2 Review</a:t>
            </a:r>
          </a:p>
        </p:txBody>
      </p:sp>
      <p:sp>
        <p:nvSpPr>
          <p:cNvPr id="145" name="OTLSHAPE_M_d13f186547184bbb84e3129eee9c4279_Title">
            <a:extLst>
              <a:ext uri="{FF2B5EF4-FFF2-40B4-BE49-F238E27FC236}">
                <a16:creationId xmlns:a16="http://schemas.microsoft.com/office/drawing/2014/main" id="{57D2FEF3-51F5-42C6-AA2A-9B6E82C7FBD0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11073534" y="1328081"/>
            <a:ext cx="62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Q4 Review</a:t>
            </a:r>
          </a:p>
        </p:txBody>
      </p:sp>
      <p:sp>
        <p:nvSpPr>
          <p:cNvPr id="124" name="OTLSHAPE_SLA_0723a534b8b04d848ad49d960b833b9c_Title">
            <a:extLst>
              <a:ext uri="{FF2B5EF4-FFF2-40B4-BE49-F238E27FC236}">
                <a16:creationId xmlns:a16="http://schemas.microsoft.com/office/drawing/2014/main" id="{2FCB38D0-660D-436D-8C29-3CAB271B9AEB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3302550" y="3231219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8">
                <a:solidFill>
                  <a:schemeClr val="dk1"/>
                </a:solidFill>
                <a:latin typeface="Calibri" panose="020F0502020204030204" pitchFamily="34" charset="0"/>
              </a:rPr>
              <a:t>Competitor Review</a:t>
            </a:r>
          </a:p>
        </p:txBody>
      </p:sp>
      <p:sp>
        <p:nvSpPr>
          <p:cNvPr id="129" name="OTLSHAPE_SLA_5f22e295269f42e9b1ce98b4118ab3d0_Title">
            <a:extLst>
              <a:ext uri="{FF2B5EF4-FFF2-40B4-BE49-F238E27FC236}">
                <a16:creationId xmlns:a16="http://schemas.microsoft.com/office/drawing/2014/main" id="{7204AD95-6586-451F-81D5-9A431791936C}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5158358" y="3719237"/>
            <a:ext cx="1282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4">
                <a:solidFill>
                  <a:schemeClr val="dk1"/>
                </a:solidFill>
                <a:latin typeface="Calibri" panose="020F0502020204030204" pitchFamily="34" charset="0"/>
              </a:rPr>
              <a:t>Price List (Hypothesis)</a:t>
            </a:r>
          </a:p>
        </p:txBody>
      </p:sp>
      <p:sp>
        <p:nvSpPr>
          <p:cNvPr id="187" name="OTLSHAPE_SLA_8ed28b9183de4588a46ed4323066c28f_Title">
            <a:extLst>
              <a:ext uri="{FF2B5EF4-FFF2-40B4-BE49-F238E27FC236}">
                <a16:creationId xmlns:a16="http://schemas.microsoft.com/office/drawing/2014/main" id="{65141DAE-8441-4F29-B68B-6B6229C73EDB}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6838952" y="4207256"/>
            <a:ext cx="825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Final Price List</a:t>
            </a:r>
          </a:p>
        </p:txBody>
      </p:sp>
      <p:sp>
        <p:nvSpPr>
          <p:cNvPr id="190" name="OTLSHAPE_SLA_3ef8107866514941904e61ada6b41143_Title">
            <a:extLst>
              <a:ext uri="{FF2B5EF4-FFF2-40B4-BE49-F238E27FC236}">
                <a16:creationId xmlns:a16="http://schemas.microsoft.com/office/drawing/2014/main" id="{C819814F-5CE8-4740-8A67-D0B8C4E193F5}"/>
              </a:ext>
            </a:extLst>
          </p:cNvPr>
          <p:cNvSpPr txBox="1"/>
          <p:nvPr>
            <p:custDataLst>
              <p:tags r:id="rId212"/>
            </p:custDataLst>
          </p:nvPr>
        </p:nvSpPr>
        <p:spPr>
          <a:xfrm>
            <a:off x="5086440" y="5005493"/>
            <a:ext cx="342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8">
                <a:solidFill>
                  <a:schemeClr val="dk1"/>
                </a:solidFill>
                <a:latin typeface="Calibri" panose="020F0502020204030204" pitchFamily="34" charset="0"/>
              </a:rPr>
              <a:t>Alpha</a:t>
            </a:r>
          </a:p>
        </p:txBody>
      </p:sp>
      <p:sp>
        <p:nvSpPr>
          <p:cNvPr id="191" name="OTLSHAPE_SLA_3ef8107866514941904e61ada6b41143_Date">
            <a:extLst>
              <a:ext uri="{FF2B5EF4-FFF2-40B4-BE49-F238E27FC236}">
                <a16:creationId xmlns:a16="http://schemas.microsoft.com/office/drawing/2014/main" id="{D65A910F-1BBE-4449-9382-3DAA38C4910F}"/>
              </a:ext>
            </a:extLst>
          </p:cNvPr>
          <p:cNvSpPr txBox="1"/>
          <p:nvPr>
            <p:custDataLst>
              <p:tags r:id="rId213"/>
            </p:custDataLst>
          </p:nvPr>
        </p:nvSpPr>
        <p:spPr>
          <a:xfrm>
            <a:off x="5064363" y="518871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8">
                <a:solidFill>
                  <a:schemeClr val="dk2"/>
                </a:solidFill>
                <a:latin typeface="Calibri" panose="020F0502020204030204" pitchFamily="34" charset="0"/>
              </a:rPr>
              <a:t>May 20</a:t>
            </a:r>
          </a:p>
        </p:txBody>
      </p:sp>
      <p:sp>
        <p:nvSpPr>
          <p:cNvPr id="193" name="OTLSHAPE_SLA_73609d6e8c64405eaf9a111900945daa_Title">
            <a:extLst>
              <a:ext uri="{FF2B5EF4-FFF2-40B4-BE49-F238E27FC236}">
                <a16:creationId xmlns:a16="http://schemas.microsoft.com/office/drawing/2014/main" id="{15CFC617-89B2-4253-9F17-42585DD45B1C}"/>
              </a:ext>
            </a:extLst>
          </p:cNvPr>
          <p:cNvSpPr txBox="1"/>
          <p:nvPr>
            <p:custDataLst>
              <p:tags r:id="rId214"/>
            </p:custDataLst>
          </p:nvPr>
        </p:nvSpPr>
        <p:spPr>
          <a:xfrm>
            <a:off x="6101173" y="5005493"/>
            <a:ext cx="711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10">
                <a:solidFill>
                  <a:schemeClr val="dk1"/>
                </a:solidFill>
                <a:latin typeface="Calibri" panose="020F0502020204030204" pitchFamily="34" charset="0"/>
              </a:rPr>
              <a:t>Private Beta</a:t>
            </a:r>
          </a:p>
        </p:txBody>
      </p:sp>
      <p:sp>
        <p:nvSpPr>
          <p:cNvPr id="194" name="OTLSHAPE_SLA_73609d6e8c64405eaf9a111900945daa_Date">
            <a:extLst>
              <a:ext uri="{FF2B5EF4-FFF2-40B4-BE49-F238E27FC236}">
                <a16:creationId xmlns:a16="http://schemas.microsoft.com/office/drawing/2014/main" id="{E6D68A3D-E34E-4DAF-82E4-700E83E44A0E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6286635" y="5188712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Jun 30</a:t>
            </a:r>
          </a:p>
        </p:txBody>
      </p:sp>
      <p:sp>
        <p:nvSpPr>
          <p:cNvPr id="196" name="OTLSHAPE_SLA_642753ce33624524bda7e4ee109a5f9d_Title">
            <a:extLst>
              <a:ext uri="{FF2B5EF4-FFF2-40B4-BE49-F238E27FC236}">
                <a16:creationId xmlns:a16="http://schemas.microsoft.com/office/drawing/2014/main" id="{09911AD2-917C-4479-8233-6D94B8904EB6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7297527" y="5005493"/>
            <a:ext cx="647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Public Beta</a:t>
            </a:r>
          </a:p>
        </p:txBody>
      </p:sp>
      <p:sp>
        <p:nvSpPr>
          <p:cNvPr id="197" name="OTLSHAPE_SLA_642753ce33624524bda7e4ee109a5f9d_Date">
            <a:extLst>
              <a:ext uri="{FF2B5EF4-FFF2-40B4-BE49-F238E27FC236}">
                <a16:creationId xmlns:a16="http://schemas.microsoft.com/office/drawing/2014/main" id="{BE9E4060-5BF6-4C92-9EDD-C588C0641C33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7442116" y="5188712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Aug 10</a:t>
            </a:r>
          </a:p>
        </p:txBody>
      </p:sp>
      <p:sp>
        <p:nvSpPr>
          <p:cNvPr id="199" name="OTLSHAPE_SLA_cdec049039d04838ba13a617fc9cdecd_Title">
            <a:extLst>
              <a:ext uri="{FF2B5EF4-FFF2-40B4-BE49-F238E27FC236}">
                <a16:creationId xmlns:a16="http://schemas.microsoft.com/office/drawing/2014/main" id="{08D6783C-9F99-47B4-9603-2A449F39034C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0173423" y="5005493"/>
            <a:ext cx="431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10">
                <a:solidFill>
                  <a:schemeClr val="dk1"/>
                </a:solidFill>
                <a:latin typeface="Calibri" panose="020F0502020204030204" pitchFamily="34" charset="0"/>
              </a:rPr>
              <a:t>Staging</a:t>
            </a:r>
          </a:p>
        </p:txBody>
      </p:sp>
      <p:sp>
        <p:nvSpPr>
          <p:cNvPr id="200" name="OTLSHAPE_SLA_cdec049039d04838ba13a617fc9cdecd_Date">
            <a:extLst>
              <a:ext uri="{FF2B5EF4-FFF2-40B4-BE49-F238E27FC236}">
                <a16:creationId xmlns:a16="http://schemas.microsoft.com/office/drawing/2014/main" id="{3CCC2D24-B958-4180-8C38-BB6B6D5E0AA2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0203713" y="5188712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Nov 15</a:t>
            </a:r>
          </a:p>
        </p:txBody>
      </p:sp>
      <p:sp>
        <p:nvSpPr>
          <p:cNvPr id="202" name="OTLSHAPE_SLA_ef594de3bf094f1cb93f9e7d12ee469b_Title">
            <a:extLst>
              <a:ext uri="{FF2B5EF4-FFF2-40B4-BE49-F238E27FC236}">
                <a16:creationId xmlns:a16="http://schemas.microsoft.com/office/drawing/2014/main" id="{9B734C65-5D6C-4CED-9907-7C4E0E39DC9D}"/>
              </a:ext>
            </a:extLst>
          </p:cNvPr>
          <p:cNvSpPr txBox="1"/>
          <p:nvPr>
            <p:custDataLst>
              <p:tags r:id="rId220"/>
            </p:custDataLst>
          </p:nvPr>
        </p:nvSpPr>
        <p:spPr>
          <a:xfrm>
            <a:off x="11147998" y="5005493"/>
            <a:ext cx="469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8">
                <a:solidFill>
                  <a:schemeClr val="dk1"/>
                </a:solidFill>
                <a:latin typeface="Calibri" panose="020F0502020204030204" pitchFamily="34" charset="0"/>
              </a:rPr>
              <a:t>Go Live!</a:t>
            </a:r>
          </a:p>
        </p:txBody>
      </p:sp>
      <p:sp>
        <p:nvSpPr>
          <p:cNvPr id="203" name="OTLSHAPE_SLA_ef594de3bf094f1cb93f9e7d12ee469b_Date">
            <a:extLst>
              <a:ext uri="{FF2B5EF4-FFF2-40B4-BE49-F238E27FC236}">
                <a16:creationId xmlns:a16="http://schemas.microsoft.com/office/drawing/2014/main" id="{382BB018-69EA-435B-9395-A6F2B2F18A4D}"/>
              </a:ext>
            </a:extLst>
          </p:cNvPr>
          <p:cNvSpPr txBox="1"/>
          <p:nvPr>
            <p:custDataLst>
              <p:tags r:id="rId221"/>
            </p:custDataLst>
          </p:nvPr>
        </p:nvSpPr>
        <p:spPr>
          <a:xfrm>
            <a:off x="11206566" y="5188712"/>
            <a:ext cx="355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Dec 20</a:t>
            </a:r>
          </a:p>
        </p:txBody>
      </p:sp>
      <p:sp>
        <p:nvSpPr>
          <p:cNvPr id="35" name="OTLSHAPE_M_ad52e739797946d7bd463b006c06394d_Date" hidden="1">
            <a:extLst>
              <a:ext uri="{FF2B5EF4-FFF2-40B4-BE49-F238E27FC236}">
                <a16:creationId xmlns:a16="http://schemas.microsoft.com/office/drawing/2014/main" id="{5D7C64D4-8B30-3273-71CC-389AE7553CFB}"/>
              </a:ext>
            </a:extLst>
          </p:cNvPr>
          <p:cNvSpPr txBox="1"/>
          <p:nvPr>
            <p:custDataLst>
              <p:tags r:id="rId222"/>
            </p:custDataLst>
          </p:nvPr>
        </p:nvSpPr>
        <p:spPr>
          <a:xfrm>
            <a:off x="12700" y="-46435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2022/Mar</a:t>
            </a:r>
          </a:p>
        </p:txBody>
      </p:sp>
      <p:sp>
        <p:nvSpPr>
          <p:cNvPr id="458" name="OTLSHAPE_M_4a076ebd25c146989ebf5900a5b4447e_Date" hidden="1">
            <a:extLst>
              <a:ext uri="{FF2B5EF4-FFF2-40B4-BE49-F238E27FC236}">
                <a16:creationId xmlns:a16="http://schemas.microsoft.com/office/drawing/2014/main" id="{2DA449AC-15E4-AEF8-AC40-D61967534593}"/>
              </a:ext>
            </a:extLst>
          </p:cNvPr>
          <p:cNvSpPr txBox="1"/>
          <p:nvPr>
            <p:custDataLst>
              <p:tags r:id="rId223"/>
            </p:custDataLst>
          </p:nvPr>
        </p:nvSpPr>
        <p:spPr>
          <a:xfrm>
            <a:off x="12700" y="-46435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2022/Jul</a:t>
            </a:r>
          </a:p>
        </p:txBody>
      </p:sp>
      <p:sp>
        <p:nvSpPr>
          <p:cNvPr id="459" name="OTLSHAPE_M_db4393fafb20429da7667ad39271af50_Date" hidden="1">
            <a:extLst>
              <a:ext uri="{FF2B5EF4-FFF2-40B4-BE49-F238E27FC236}">
                <a16:creationId xmlns:a16="http://schemas.microsoft.com/office/drawing/2014/main" id="{45C78605-C345-3CA3-D280-3A230156A8AC}"/>
              </a:ext>
            </a:extLst>
          </p:cNvPr>
          <p:cNvSpPr txBox="1"/>
          <p:nvPr>
            <p:custDataLst>
              <p:tags r:id="rId224"/>
            </p:custDataLst>
          </p:nvPr>
        </p:nvSpPr>
        <p:spPr>
          <a:xfrm>
            <a:off x="12700" y="-46435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2022/Sep</a:t>
            </a:r>
          </a:p>
        </p:txBody>
      </p:sp>
      <p:sp>
        <p:nvSpPr>
          <p:cNvPr id="460" name="OTLSHAPE_M_d13f186547184bbb84e3129eee9c4279_Date" hidden="1">
            <a:extLst>
              <a:ext uri="{FF2B5EF4-FFF2-40B4-BE49-F238E27FC236}">
                <a16:creationId xmlns:a16="http://schemas.microsoft.com/office/drawing/2014/main" id="{4F8219C7-C456-4FB4-E510-0B4ACE318AD3}"/>
              </a:ext>
            </a:extLst>
          </p:cNvPr>
          <p:cNvSpPr txBox="1"/>
          <p:nvPr>
            <p:custDataLst>
              <p:tags r:id="rId225"/>
            </p:custDataLst>
          </p:nvPr>
        </p:nvSpPr>
        <p:spPr>
          <a:xfrm>
            <a:off x="12700" y="-46435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2022/Dec</a:t>
            </a:r>
          </a:p>
        </p:txBody>
      </p:sp>
      <p:sp>
        <p:nvSpPr>
          <p:cNvPr id="495" name="OTLSHAPE_SLA_966ac8e38d974bfeae23890a126b2a79_Title" hidden="1">
            <a:extLst>
              <a:ext uri="{FF2B5EF4-FFF2-40B4-BE49-F238E27FC236}">
                <a16:creationId xmlns:a16="http://schemas.microsoft.com/office/drawing/2014/main" id="{8D98CE4E-EFA3-A2BD-3F09-BF04B0A4A11F}"/>
              </a:ext>
            </a:extLst>
          </p:cNvPr>
          <p:cNvSpPr txBox="1"/>
          <p:nvPr>
            <p:custDataLst>
              <p:tags r:id="rId226"/>
            </p:custDataLst>
          </p:nvPr>
        </p:nvSpPr>
        <p:spPr>
          <a:xfrm>
            <a:off x="12700" y="-103374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>
                <a:solidFill>
                  <a:schemeClr val="dk1"/>
                </a:solidFill>
                <a:latin typeface="Calibri" panose="020F0502020204030204" pitchFamily="34" charset="0"/>
              </a:rPr>
              <a:t>Kickoff Meeting</a:t>
            </a:r>
          </a:p>
        </p:txBody>
      </p:sp>
      <p:sp>
        <p:nvSpPr>
          <p:cNvPr id="496" name="OTLSHAPE_SLA_966ac8e38d974bfeae23890a126b2a79_Date" hidden="1">
            <a:extLst>
              <a:ext uri="{FF2B5EF4-FFF2-40B4-BE49-F238E27FC236}">
                <a16:creationId xmlns:a16="http://schemas.microsoft.com/office/drawing/2014/main" id="{B363985E-CBD0-8EA4-ACAB-664CAA04FA5F}"/>
              </a:ext>
            </a:extLst>
          </p:cNvPr>
          <p:cNvSpPr txBox="1"/>
          <p:nvPr>
            <p:custDataLst>
              <p:tags r:id="rId227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16</a:t>
            </a:r>
          </a:p>
        </p:txBody>
      </p:sp>
      <p:sp>
        <p:nvSpPr>
          <p:cNvPr id="173" name="OTLSHAPE_SLA_3999f18e2c61454cadfd7ea463d2536b_Title" hidden="1">
            <a:extLst>
              <a:ext uri="{FF2B5EF4-FFF2-40B4-BE49-F238E27FC236}">
                <a16:creationId xmlns:a16="http://schemas.microsoft.com/office/drawing/2014/main" id="{0608CC71-E369-FFFB-7958-CE951F3BD364}"/>
              </a:ext>
            </a:extLst>
          </p:cNvPr>
          <p:cNvSpPr txBox="1"/>
          <p:nvPr>
            <p:custDataLst>
              <p:tags r:id="rId228"/>
            </p:custDataLst>
          </p:nvPr>
        </p:nvSpPr>
        <p:spPr>
          <a:xfrm>
            <a:off x="12700" y="-77982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>
                <a:solidFill>
                  <a:schemeClr val="dk1"/>
                </a:solidFill>
                <a:latin typeface="Calibri" panose="020F0502020204030204" pitchFamily="34" charset="0"/>
              </a:rPr>
              <a:t>KPIs Defined</a:t>
            </a:r>
          </a:p>
        </p:txBody>
      </p:sp>
      <p:sp>
        <p:nvSpPr>
          <p:cNvPr id="174" name="OTLSHAPE_SLA_3999f18e2c61454cadfd7ea463d2536b_Date" hidden="1">
            <a:extLst>
              <a:ext uri="{FF2B5EF4-FFF2-40B4-BE49-F238E27FC236}">
                <a16:creationId xmlns:a16="http://schemas.microsoft.com/office/drawing/2014/main" id="{5FB66201-F8C9-2BE2-5BEB-FFED8D7BD320}"/>
              </a:ext>
            </a:extLst>
          </p:cNvPr>
          <p:cNvSpPr txBox="1"/>
          <p:nvPr>
            <p:custDataLst>
              <p:tags r:id="rId229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Mar 31</a:t>
            </a:r>
          </a:p>
        </p:txBody>
      </p:sp>
      <p:sp>
        <p:nvSpPr>
          <p:cNvPr id="185" name="OTLSHAPE_SLA_0723a534b8b04d848ad49d960b833b9c_Date" hidden="1">
            <a:extLst>
              <a:ext uri="{FF2B5EF4-FFF2-40B4-BE49-F238E27FC236}">
                <a16:creationId xmlns:a16="http://schemas.microsoft.com/office/drawing/2014/main" id="{79E9590E-3644-7AFF-B566-E7438BF2643A}"/>
              </a:ext>
            </a:extLst>
          </p:cNvPr>
          <p:cNvSpPr txBox="1"/>
          <p:nvPr>
            <p:custDataLst>
              <p:tags r:id="rId230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Mar 31</a:t>
            </a:r>
          </a:p>
        </p:txBody>
      </p:sp>
      <p:sp>
        <p:nvSpPr>
          <p:cNvPr id="217" name="OTLSHAPE_SLA_5f22e295269f42e9b1ce98b4118ab3d0_Date" hidden="1">
            <a:extLst>
              <a:ext uri="{FF2B5EF4-FFF2-40B4-BE49-F238E27FC236}">
                <a16:creationId xmlns:a16="http://schemas.microsoft.com/office/drawing/2014/main" id="{ECDF1CA3-DB26-9E1E-1519-A8688830D987}"/>
              </a:ext>
            </a:extLst>
          </p:cNvPr>
          <p:cNvSpPr txBox="1"/>
          <p:nvPr>
            <p:custDataLst>
              <p:tags r:id="rId231"/>
            </p:custDataLst>
          </p:nvPr>
        </p:nvSpPr>
        <p:spPr>
          <a:xfrm>
            <a:off x="12700" y="-15657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Jun 7</a:t>
            </a:r>
          </a:p>
        </p:txBody>
      </p:sp>
      <p:sp>
        <p:nvSpPr>
          <p:cNvPr id="238" name="OTLSHAPE_SLA_8ed28b9183de4588a46ed4323066c28f_Date" hidden="1">
            <a:extLst>
              <a:ext uri="{FF2B5EF4-FFF2-40B4-BE49-F238E27FC236}">
                <a16:creationId xmlns:a16="http://schemas.microsoft.com/office/drawing/2014/main" id="{F85FC0C7-F4D8-23A0-B04F-5E14275931B9}"/>
              </a:ext>
            </a:extLst>
          </p:cNvPr>
          <p:cNvSpPr txBox="1"/>
          <p:nvPr>
            <p:custDataLst>
              <p:tags r:id="rId232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B1B5F-0817-4260-8D15-7B05D7A3D549}"/>
              </a:ext>
            </a:extLst>
          </p:cNvPr>
          <p:cNvSpPr txBox="1"/>
          <p:nvPr/>
        </p:nvSpPr>
        <p:spPr>
          <a:xfrm>
            <a:off x="2792936" y="120271"/>
            <a:ext cx="7217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Segoe UI" panose="020B0502040204020203" pitchFamily="34" charset="0"/>
                <a:cs typeface="Segoe UI" panose="020B0502040204020203" pitchFamily="34" charset="0"/>
              </a:rPr>
              <a:t>Swimlane Diagram Template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D5C46975-F3DE-65B5-AF1B-CCAA99D7FFBE}"/>
              </a:ext>
            </a:extLst>
          </p:cNvPr>
          <p:cNvPicPr>
            <a:picLocks noChangeAspect="1"/>
          </p:cNvPicPr>
          <p:nvPr/>
        </p:nvPicPr>
        <p:blipFill>
          <a:blip r:embed="rId2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629051" y="4396866"/>
            <a:ext cx="2497547" cy="3214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0956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7IiRpZCI6IjYiLCJEYXRlIjoiMjAyMi0wMS0xNlQyMzo1OTowMCIsIlN0eWxlIjp7IiRpZCI6IjciLCJTaGFwZSI6MTQsIkNvbm5lY3Rvck1hcmdpbiI6eyIkaWQiOiI4IiwiVG9wIjowLjAsIkxlZnQiOjIuMCwiUmlnaHQiOjIuMCwiQm90dG9tIjowLjB9LCJDb25uZWN0b3JTdHlsZSI6eyIkaWQiOiI5IiwiTGluZUNvbG9yIjp7IiRpZCI6IjEwIiwiJHR5cGUiOiJOTFJFLkNvbW1vbi5Eb20uU29saWRDb2xvckJydXNoLCBOTFJFLkNvbW1vbiIsIkNvbG9yIjp7IiRpZCI6IjExIiwiQSI6MTI3LCJSIjoxMjcsIkciOjk2LCJCIjowfX0sIkxpbmVXZWlnaHQiOjEuMCwiTGluZVR5cGUiOjAsIlBhcmVudFN0eWxlIjpudWxsfSwiSXNCZWxvd1RpbWViYW5kIjp0cnVlLCJQb3NpdGlvbk9uVGFzayI6MywiSGlkZURhdGUiOmZhbHNlLCJTaGFwZVNpemUiOjEsIlNwYWNpbmciOjEuMCwiUGFkZGluZyI6eyIkaWQiOiIxMiIsIlRvcCI6Ny4wLCJMZWZ0IjozLjAsIlJpZ2h0IjowLjAsIkJvdHRvbSI6Mi4wfSwiU2hhcGVTdHlsZSI6eyIkaWQiOiIxMyIsIk1hcmdpbiI6eyIkaWQiOiIxNCIsIlRvcCI6MC4wLCJMZWZ0IjowLjAsIlJpZ2h0IjowLjAsIkJvdHRvbSI6MC4wfSwiUGFkZGluZyI6eyIkaWQiOiIxNSIsIlRvcCI6MC4wLCJMZWZ0IjowLjAsIlJpZ2h0IjowLjAsIkJvdHRvbSI6MC4wfSwiQmFja2dyb3VuZCI6eyIkaWQiOiIxNiIsIkNvbG9yIjp7IiRpZCI6IjE3IiwiQSI6MjU1LCJSIjoxMjcsIkciOjk2LCJCIjowfX0sIklzVmlzaWJsZSI6dHJ1ZSwiV2lkdGgiOjE4LjAsIkhlaWdodCI6MjAuMCwiQm9yZGVyU3R5bGUiOnsiJGlkIjoiMTgiLCJMaW5lQ29sb3IiOm51bGwsIkxpbmVXZWlnaHQiOjAuMCwiTGluZVR5cGUiOjAsIlBhcmVudFN0eWxlIjpudWxsfSwiUGFyZW50U3R5bGUiOm51bGx9LCJUaXRsZVN0eWxlIjp7IiRpZCI6IjE5IiwiRm9udFNldHRpbmdzIjp7IiRpZCI6IjIwIiwiRm9udFNpemUiOjExLCJGb250TmFtZSI6IkNhbGlicmkiLCJJc0JvbGQiOnRydWUsIklzSXRhbGljIjpmYWxzZSwiSXNVbmRlcmxpbmVkIjpmYWxzZSwiUGFyZW50U3R5bGUiOm51bGx9LCJBdXRvU2l6ZSI6MCwiRm9yZWdyb3VuZCI6eyIkaWQiOiIyMSIsIkNvbG9yIjp7IiRpZCI6IjIy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IzIiwiVG9wIjowLjAsIkxlZnQiOjAuMCwiUmlnaHQiOjAuMCwiQm90dG9tIjowLjB9LCJQYWRkaW5nIjp7IiRpZCI6IjI0IiwiVG9wIjowLjAsIkxlZnQiOjAuMCwiUmlnaHQiOjAuMCwiQm90dG9tIjowLjB9LCJCYWNrZ3JvdW5kIjp7IiRpZCI6IjI1IiwiQ29sb3IiOnsiJGlkIjoiMjYiLCJBIjowLCJSIjoyNTUsIkciOjI1NSwiQiI6MjU1fX0sIklzVmlzaWJsZSI6ZmFsc2UsIldpZHRoIjowLjAsIkhlaWdodCI6MC4wLCJCb3JkZXJTdHlsZSI6eyIkaWQiOiIyNyIsIkxpbmVDb2xvciI6bnVsbCwiTGluZVdlaWdodCI6MC4wLCJMaW5lVHlwZSI6MCwiUGFyZW50U3R5bGUiOm51bGx9LCJQYXJlbnRTdHlsZSI6bnVsbH0sIkRhdGVTdHlsZSI6eyIkaWQiOiIyOCIsIkZvbnRTZXR0aW5ncyI6eyIkaWQiOiIyOSIsIkZvbnRTaXplIjoxMCwiRm9udE5hbWUiOiJDYWxpYnJpIiwiSXNCb2xkIjpmYWxzZSwiSXNJdGFsaWMiOmZhbHNlLCJJc1VuZGVybGluZWQiOmZhbHNlLCJQYXJlbnRTdHlsZSI6bnVsbH0sIkF1dG9TaXplIjowLCJGb3JlZ3JvdW5kIjp7IiRpZCI6IjMwIiwiQ29sb3IiOnsiJGlkIjoiMz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yIiwiVG9wIjowLjAsIkxlZnQiOjAuMCwiUmlnaHQiOjAuMCwiQm90dG9tIjowLjB9LCJQYWRkaW5nIjp7IiRpZCI6IjMzIiwiVG9wIjowLjAsIkxlZnQiOjAuMCwiUmlnaHQiOjAuMCwiQm90dG9tIjowLjB9LCJCYWNrZ3JvdW5kIjp7IiRpZCI6IjM0IiwiQ29sb3IiOnsiJGlkIjoiMzUiLCJBIjowLCJSIjoyNTUsIkciOjI1NSwiQiI6MjU1fX0sIklzVmlzaWJsZSI6ZmFsc2UsIldpZHRoIjowLjAsIkhlaWdodCI6MC4wLCJCb3JkZXJTdHlsZSI6eyIkaWQiOiIzNiIsIkxpbmVDb2xvciI6bnVsbCwiTGluZVdlaWdodCI6MC4wLCJMaW5lVHlwZSI6MCwiUGFyZW50U3R5bGUiOm51bGx9LCJQYXJlbnRTdHlsZSI6bnVsbH0sIkRhdGVGb3JtYXQiOnsiJGlkIjoiMz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giLCJGb3JtYXQiOjAsIklzVmlzaWJsZSI6ZmFsc2UsIkxhc3RLbm93blZpc2liaWxpdHlTdGF0ZSI6ZmFsc2V9LCJJc1Zpc2libGUiOnRydWUsIlBhcmVudFN0eWxlIjpudWxsfSwiSW5kZXgiOjIsIlBlcmNlbnRhZ2VDb21wbGV0ZSI6bnVsbCwiUG9zaXRpb24iOnsiUmF0aW8iOjAuMCwiSXNDdXN0b20iOmZhbHNlfSwiRGF0ZUZvcm1hdCI6eyIkcmVmIjoiMzcifSwiV2Vla051bWJlcmluZyI6eyIkaWQiOiIzOSIsIkZvcm1hdCI6MCwiSXNWaXNpYmxlIjpmYWxzZSwiTGFzdEtub3duVmlzaWJpbGl0eVN0YXRlIjpmYWxzZX0sIlJlbGF0ZWRUYXNrSWQiOiIxZjNlY2RiNS0yMzIxLTRkMWMtODU4YS1iOGZiMTIzOTJhMTMiLCJJZCI6Ijk2NmFjOGUzLThkOTctNGJmZS1hZTIzLTg5MGExMjZiMmE3OSIsIkltcG9ydElkIjpudWxsLCJUaXRsZSI6IktpY2tvZmYgTWVldGluZyIsIk5vdGUiOm51bGwsIkh5cGVybGluayI6eyIkaWQiOiI0MCIsIkFkZHJlc3MiOiIiLCJTdWJBZGRyZXNzIjoiIn0sIklzQ2hhbmdlZCI6ZmFsc2UsIklzTmV3IjpmYWxzZX1dLCJUYXNrRGVmaW5pdGlvbiI6eyIkaWQiOiI0MSIsIkdyb3VwTmFtZSI6bnVsbCwiU3RhcnREYXRlIjoiMjAyMi0wMS0wMlQwMDowMDowMFoiLCJFbmREYXRlIjoiMjAyMi0wMy0zMVQxOTo0NDowMFoiLCJQZXJjZW50YWdlQ29tcGxldGUiOjEwMC4wLCJTdHlsZSI6eyIkaWQiOiI0MiIsIlNoYXBlIjo3LCJTaGFwZVRoaWNrbmVzcyI6MCwiRHVyYXRpb25Gb3JtYXQiOjAsIkluY2x1ZGVOb25Xb3JraW5nRGF5c0luRHVyYXRpb24iOmZhbHNlLCJQZXJjZW50YWdlQ29tcGxldGVTdHlsZSI6eyIkaWQiOiI0MyIsIkZvbnRTZXR0aW5ncyI6eyIkaWQiOiI0NCIsIkZvbnRTaXplIjoxMCwiRm9udE5hbWUiOiJDYWxpYnJpIiwiSXNCb2xkIjp0cnVlLCJJc0l0YWxpYyI6ZmFsc2UsIklzVW5kZXJsaW5lZCI6ZmFsc2UsIlBhcmVudFN0eWxlIjpudWxsfSwiQXV0b1NpemUiOjAsIkZvcmVncm91bmQiOnsiJGlkIjoiNDUiLCJDb2xvciI6eyIkaWQiOiI0NiIsIkEiOjI1NSwiUiI6MTI3LCJHIjo5NiwiQiI6MH19LCJNYXhXaWR0aCI6MjAwLjAsIk1heEhlaWdodCI6IkluZmluaXR5IiwiU21hcnRGb3JlZ3JvdW5kSXNBY3RpdmUiOmZhbHNlLCJIb3Jpem9udGFsQWxpZ25tZW50IjowLCJWZXJ0aWNhbEFsaWdubWVudCI6MCwiU21hcnRGb3JlZ3JvdW5kIjpudWxsLCJCYWNrZ3JvdW5kRmlsbFR5cGUiOjAsIk1hcmdpbiI6eyIkaWQiOiI0NyIsIlRvcCI6MC4wLCJMZWZ0IjowLjAsIlJpZ2h0IjowLjAsIkJvdHRvbSI6MC4wfSwiUGFkZGluZyI6eyIkaWQiOiI0OCIsIlRvcCI6MC4wLCJMZWZ0IjowLjAsIlJpZ2h0IjowLjAsIkJvdHRvbSI6MC4wfSwiQmFja2dyb3VuZCI6eyIkaWQiOiI0OSIsIkNvbG9yIjp7IiRpZCI6IjUwIiwiQSI6ODksIlIiOjAsIkciOjAsIkIiOjB9fSwiSXNWaXNpYmxlIjp0cnVlLCJXaWR0aCI6MC4wLCJIZWlnaHQiOjAuMCwiQm9yZGVyU3R5bGUiOnsiJGlkIjoiNTEiLCJMaW5lQ29sb3IiOm51bGwsIkxpbmVXZWlnaHQiOjAuMCwiTGluZVR5cGUiOjAsIlBhcmVudFN0eWxlIjpudWxsfSwiUGFyZW50U3R5bGUiOm51bGx9LCJEdXJhdGlvblN0eWxlIjp7IiRpZCI6IjUyIiwiRm9udFNldHRpbmdzIjp7IiRpZCI6IjUzIiwiRm9udFNpemUiOjEwLCJGb250TmFtZSI6IkNhbGlicmkiLCJJc0JvbGQiOmZhbHNlLCJJc0l0YWxpYyI6ZmFsc2UsIklzVW5kZXJsaW5lZCI6ZmFsc2UsIlBhcmVudFN0eWxlIjpudWxsfSwiQXV0b1NpemUiOjAsIkZvcmVncm91bmQiOnsiJGlkIjoiNTQiLCJDb2xvciI6eyIkaWQiOiI1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2IiwiVG9wIjowLjAsIkxlZnQiOjAuMCwiUmlnaHQiOjAuMCwiQm90dG9tIjowLjB9LCJQYWRkaW5nIjp7IiRpZCI6IjU3IiwiVG9wIjowLjAsIkxlZnQiOjAuMCwiUmlnaHQiOjAuMCwiQm90dG9tIjowLjB9LCJCYWNrZ3JvdW5kIjp7IiRpZCI6IjU4IiwiQ29sb3IiOnsiJGlkIjoiNTkiLCJBIjo4OSwiUiI6MCwiRyI6MCwiQiI6MH19LCJJc1Zpc2libGUiOnRydWUsIldpZHRoIjowLjAsIkhlaWdodCI6MC4wLCJCb3JkZXJTdHlsZSI6eyIkaWQiOiI2MCIsIkxpbmVDb2xvciI6bnVsbCwiTGluZVdlaWdodCI6MC4wLCJMaW5lVHlwZSI6MCwiUGFyZW50U3R5bGUiOm51bGx9LCJQYXJlbnRTdHlsZSI6bnVsbH0sIkhvcml6b250YWxDb25uZWN0b3JTdHlsZSI6eyIkaWQiOiI2MSIsIkxpbmVDb2xvciI6eyIkaWQiOiI2MiIsIiR0eXBlIjoiTkxSRS5Db21tb24uRG9tLlNvbGlkQ29sb3JCcnVzaCwgTkxSRS5Db21tb24iLCJDb2xvciI6eyIkaWQiOiI2MyIsIkEiOjI1NSwiUiI6MjA0LCJHIjoyMDQsIkIiOjIwNH19LCJMaW5lV2VpZ2h0IjoxLjAsIkxpbmVUeXBlIjowLCJQYXJlbnRTdHlsZSI6bnVsbH0sIlZlcnRpY2FsQ29ubmVjdG9yU3R5bGUiOnsiJGlkIjoiNjQiLCJMaW5lQ29sb3IiOnsiJGlkIjoiNjUiLCIkdHlwZSI6Ik5MUkUuQ29tbW9uLkRvbS5Tb2xpZENvbG9yQnJ1c2gsIE5MUkUuQ29tbW9uIiwiQ29sb3IiOnsiJGlkIjoiNjY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U2hhcGVTdHlsZSI6eyIkaWQiOiI2NyIsIk1hcmdpbiI6eyIkaWQiOiI2OCIsIlRvcCI6MC4wLCJMZWZ0Ijo0LjAsIlJpZ2h0Ijo0LjAsIkJvdHRvbSI6MC4wfSwiUGFkZGluZyI6eyIkaWQiOiI2OSIsIlRvcCI6MC4wLCJMZWZ0IjowLjAsIlJpZ2h0IjowLjAsIkJvdHRvbSI6MC4wfSwiQmFja2dyb3VuZCI6eyIkaWQiOiI3MCIsIkNvbG9yIjp7IiRpZCI6IjcxIiwiQSI6MjU1LCJSIjoyNTUsIkciOjE5MiwiQiI6MH19LCJJc1Zpc2libGUiOnRydWUsIldpZHRoIjowLjAsIkhlaWdodCI6MTAuMCwiQm9yZGVyU3R5bGUiOnsiJGlkIjoiNzIiLCJMaW5lQ29sb3IiOnsiJGlkIjoiNzMiLCIkdHlwZSI6Ik5MUkUuQ29tbW9uLkRvbS5Tb2xpZENvbG9yQnJ1c2gsIE5MUkUuQ29tbW9uIiwiQ29sb3IiOnsiJGlkIjoiNzQiLCJBIjoyNTUsIlIiOjI1NSwiRyI6MCwiQiI6MH19LCJMaW5lV2VpZ2h0IjowLjAsIkxpbmVUeXBlIjowLCJQYXJlbnRTdHlsZSI6bnVsbH0sIlBhcmVudFN0eWxlIjpudWxsfSwiVGl0bGVTdHlsZSI6eyIkaWQiOiI3NSIsIkZvbnRTZXR0aW5ncyI6eyIkaWQiOiI3NiIsIkZvbnRTaXplIjoxMSwiRm9udE5hbWUiOiJDYWxpYnJpIiwiSXNCb2xkIjp0cnVlLCJJc0l0YWxpYyI6ZmFsc2UsIklzVW5kZXJsaW5lZCI6ZmFsc2UsIlBhcmVudFN0eWxlIjpudWxsfSwiQXV0b1NpemUiOjAsIkZvcmVncm91bmQiOnsiJGlkIjoiNzciLCJDb2xvciI6eyIkaWQiOiI3OC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3OSIsIlRvcCI6MC4wLCJMZWZ0IjowLjAsIlJpZ2h0IjowLjAsIkJvdHRvbSI6MC4wfSwiUGFkZGluZyI6eyIkaWQiOiI4MCIsIlRvcCI6MC4wLCJMZWZ0IjowLjAsIlJpZ2h0IjowLjAsIkJvdHRvbSI6MC4wfSwiQmFja2dyb3VuZCI6eyIkaWQiOiI4MSIsIkNvbG9yIjp7IiRpZCI6IjgyIiwiQSI6MCwiUiI6MjU1LCJHIjoyNTUsIkIiOjI1NX19LCJJc1Zpc2libGUiOnRydWUsIldpZHRoIjowLjAsIkhlaWdodCI6MC4wLCJCb3JkZXJTdHlsZSI6eyIkaWQiOiI4MyIsIkxpbmVDb2xvciI6bnVsbCwiTGluZVdlaWdodCI6MC4wLCJMaW5lVHlwZSI6MCwiUGFyZW50U3R5bGUiOm51bGx9LCJQYXJlbnRTdHlsZSI6bnVsbH0sIkRh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4IiwiVG9wIjowLjAsIkxlZnQiOjAuMCwiUmlnaHQiOjAuMCwiQm90dG9tIjowLjB9LCJQYWRkaW5nIjp7IiRpZCI6Ijg5IiwiVG9wIjowLjAsIkxlZnQiOjAuMCwiUmlnaHQiOjAuMCwiQm90dG9tIjowLjB9LCJCYWNrZ3JvdW5kIjp7IiRpZCI6IjkwIiwiQ29sb3IiOnsiJHJlZiI6IjU5In19LCJJc1Zpc2libGUiOnRydWUsIldpZHRoIjowLjAsIkhlaWdodCI6MC4wLCJCb3JkZXJTdHlsZSI6eyIkaWQiOiI5MSIsIkxpbmVDb2xvciI6bnVsbCwiTGluZVdlaWdodCI6MC4wLCJMaW5lVHlwZSI6MCwiUGFyZW50U3R5bGUiOm51bGx9LCJQYXJlbnRTdHlsZSI6bnVsbH0sIkRhdGVGb3JtYXQiOnsiJGlkIjoiO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MiLCJGb3JtYXQiOjAsIklzVmlzaWJsZSI6ZmFsc2UsIkxhc3RLbm93blZpc2liaWxpdHlTdGF0ZSI6ZmFsc2V9LCJJc1Zpc2libGUiOnRydWUsIlBhcmVudFN0eWxlIjpudWxsfSwiSW5kZXgiOjEsIlNtYXJ0RHVyYXRpb25BY3RpdmF0ZWQiOmZhbHNlLCJEYXRlRm9ybWF0Ijp7IiRyZWYiOiI5MiJ9LCJXZWVrTnVtYmVyaW5nIjp7IiRpZCI6Ijk0IiwiRm9ybWF0IjowLCJJc1Zpc2libGUiOmZhbHNlLCJMYXN0S25vd25WaXNpYmlsaXR5U3RhdGUiOmZhbHNlfSwiSWQiOiIxZjNlY2RiNS0yMzIxLTRkMWMtODU4YS1iOGZiMTIzOTJhMTMiLCJJbXBvcnRJZCI6bnVsbCwiVGl0bGUiOiJWaXNpb24iLCJOb3RlIjpudWxsLCJIeXBlcmxpbmsiOnsiJGlkIjoiOTUiLCJBZGRyZXNzIjoiIiwiU3ViQWRkcmVzcyI6IiJ9LCJJc0NoYW5nZWQiOmZhbHNlLCJJc05ldyI6ZmFsc2V9fV0sIl9taWxlc3RvbmVzIjpbXSwiSWQiOiIwMDAwMDAwMC0wMDAwLTAwMDAtMDAwMC0wMDAwMDAwMDAwMDAiLCJJc1NpbmdsZUl0ZW1Sb3ciOnRydWV9LHsiJGlkIjoiOTYiLCJfdGFza3MiOlt7IiRpZCI6Ijk3IiwiX2F0dGFjaGVkTWlsZXN0b25lcyI6W10sIlRhc2tEZWZpbml0aW9uIjp7IiRpZCI6Ijk4IiwiR3JvdXBOYW1lIjpudWxsLCJTdGFydERhdGUiOiIyMDIyLTAxLTI4VDAwOjAwOjAwWiIsIkVuZERhdGUiOiIyMDIyLTAzLTMxVDE4OjU3OjAwWiIsIlBlcmNlbnRhZ2VDb21wbGV0ZSI6MTAwLjAsIlN0eWxlIjp7IiRpZCI6Ijk5IiwiU2hhcGUiOjcsIlNoYXBlVGhpY2tuZXNzIjowLCJEdXJhdGlvbkZvcm1hdCI6MCwiSW5jbHVkZU5vbldvcmtpbmdEYXlzSW5EdXJhdGlvbiI6ZmFsc2UsIlBlcmNlbnRhZ2VDb21wbGV0ZVN0eWxlIjp7IiRpZCI6IjEwMCIsIkZvbnRTZXR0aW5ncyI6eyIkaWQiOiIxMDEiLCJGb250U2l6ZSI6MTAsIkZvbnROYW1lIjoiQ2FsaWJyaSIsIklzQm9sZCI6dHJ1ZSwiSXNJdGFsaWMiOmZhbHNlLCJJc1VuZGVybGluZWQiOmZhbHNlLCJQYXJlbnRTdHlsZSI6bnVsbH0sIkF1dG9TaXplIjowLCJGb3JlZ3JvdW5kIjp7IiRpZCI6IjEwMiIsIkNvbG9yIjp7IiRpZCI6IjEwMyIsIkEiOjI1NSwiUiI6MTI3LCJHIjo5NiwiQiI6MH19LCJNYXhXaWR0aCI6MjAwLjAsIk1heEhlaWdodCI6IkluZmluaXR5IiwiU21hcnRGb3JlZ3JvdW5kSXNBY3RpdmUiOmZhbHNlLCJIb3Jpem9udGFsQWxpZ25tZW50IjowLCJWZXJ0aWNhbEFsaWdubWVudCI6MCwiU21hcnRGb3JlZ3JvdW5kIjpudWxsLCJCYWNrZ3JvdW5kRmlsbFR5cGUiOjAsIk1hcmdpbiI6eyIkaWQiOiIxMDQiLCJUb3AiOjAuMCwiTGVmdCI6MC4wLCJSaWdodCI6MC4wLCJCb3R0b20iOjAuMH0sIlBhZGRpbmciOnsiJGlkIjoiMTA1IiwiVG9wIjowLjAsIkxlZnQiOjAuMCwiUmlnaHQiOjAuMCwiQm90dG9tIjowLjB9LCJCYWNrZ3JvdW5kIjp7IiRpZCI6IjEwNiIsIkNvbG9yIjp7IiRpZCI6IjEwNyIsIkEiOjg5LCJSIjowLCJHIjowLCJCIjowfX0sIklzVmlzaWJsZSI6dHJ1ZSwiV2lkdGgiOjAuMCwiSGVpZ2h0IjowLjAsIkJvcmRlclN0eWxlIjp7IiRpZCI6IjEwOCIsIkxpbmVDb2xvciI6bnVsbCwiTGluZVdlaWdodCI6MC4wLCJMaW5lVHlwZSI6MCwiUGFyZW50U3R5bGUiOm51bGx9LCJQYXJlbnRTdHlsZSI6bnVsbH0sIkR1cmF0aW9uU3R5bGUiOnsiJGlkIjoiMTA5IiwiRm9udFNldHRpbmdzIjp7IiRpZCI6IjExMCIsIkZvbnRTaXplIjoxMCwiRm9udE5hbWUiOiJDYWxpYnJpIiwiSXNCb2xkIjpmYWxzZSwiSXNJdGFsaWMiOmZhbHNlLCJJc1VuZGVybGluZWQiOmZhbHNlLCJQYXJlbnRTdHlsZSI6bnVsbH0sIkF1dG9TaXplIjowLCJGb3JlZ3JvdW5kIjp7IiRpZCI6IjExMSIsIkNvbG9yIjp7IiRpZCI6IjEx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xMyIsIlRvcCI6MC4wLCJMZWZ0IjowLjAsIlJpZ2h0IjowLjAsIkJvdHRvbSI6MC4wfSwiUGFkZGluZyI6eyIkaWQiOiIxMTQiLCJUb3AiOjAuMCwiTGVmdCI6MC4wLCJSaWdodCI6MC4wLCJCb3R0b20iOjAuMH0sIkJhY2tncm91bmQiOnsiJGlkIjoiMTE1IiwiQ29sb3IiOnsiJGlkIjoiMTE2IiwiQSI6ODksIlIiOjAsIkciOjAsIkIiOjB9fSwiSXNWaXNpYmxlIjp0cnVlLCJXaWR0aCI6MC4wLCJIZWlnaHQiOjAuMCwiQm9yZGVyU3R5bGUiOnsiJGlkIjoiMTE3IiwiTGluZUNvbG9yIjpudWxsLCJMaW5lV2VpZ2h0IjowLjAsIkxpbmVUeXBlIjowLCJQYXJlbnRTdHlsZSI6bnVsbH0sIlBhcmVudFN0eWxlIjpudWxsfSwiSG9yaXpvbnRhbENvbm5lY3RvclN0eWxlIjp7IiRpZCI6IjExOCIsIkxpbmVDb2xvciI6eyIkaWQiOiIxMTkiLCIkdHlwZSI6Ik5MUkUuQ29tbW9uLkRvbS5Tb2xpZENvbG9yQnJ1c2gsIE5MUkUuQ29tbW9uIiwiQ29sb3IiOnsiJGlkIjoiMTIwIiwiQSI6MjU1LCJSIjoyMDQsIkciOjIwNCwiQiI6MjA0fX0sIkxpbmVXZWlnaHQiOjEuMCwiTGluZVR5cGUiOjAsIlBhcmVudFN0eWxlIjpudWxsfSwiVmVydGljYWxDb25uZWN0b3JTdHlsZSI6eyIkaWQiOiIxMjEiLCJMaW5lQ29sb3IiOnsiJGlkIjoiMTIyIiwiJHR5cGUiOiJOTFJFLkNvbW1vbi5Eb20uU29saWRDb2xvckJydXNoLCBOTFJFLkNvbW1vbiIsIkNvbG9yIjp7IiRpZCI6IjEyMy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CwiU3BhY2luZyI6MywiSXNCZWxvd1RpbWViYW5kIjp0cnVlLCJQZXJjZW50YWdlQ29tcGxldGVTaGFwZU9wYWNpdHkiOjM1LCJTaGFwZVN0eWxlIjp7IiRpZCI6IjEyNCIsIk1hcmdpbiI6eyIkaWQiOiIxMjUiLCJUb3AiOjAuMCwiTGVmdCI6NC4wLCJSaWdodCI6NC4wLCJCb3R0b20iOjAuMH0sIlBhZGRpbmciOnsiJGlkIjoiMTI2IiwiVG9wIjowLjAsIkxlZnQiOjAuMCwiUmlnaHQiOjAuMCwiQm90dG9tIjowLjB9LCJCYWNrZ3JvdW5kIjp7IiRpZCI6IjEyNyIsIkNvbG9yIjp7IiRpZCI6IjEyOCIsIkEiOjI1NSwiUiI6MjU1LCJHIjoxOTIsIkIiOjB9fSwiSXNWaXNpYmxlIjp0cnVlLCJXaWR0aCI6MC4wLCJIZWlnaHQiOjEwLjAsIkJvcmRlclN0eWxlIjp7IiRpZCI6IjEyOSIsIkxpbmVDb2xvciI6eyIkaWQiOiIxMzAiLCIkdHlwZSI6Ik5MUkUuQ29tbW9uLkRvbS5Tb2xpZENvbG9yQnJ1c2gsIE5MUkUuQ29tbW9uIiwiQ29sb3IiOnsiJGlkIjoiMTMxIiwiQSI6MjU1LCJSIjoyNTUsIkciOjAsIkIiOjB9fSwiTGluZVdlaWdodCI6MC4wLCJMaW5lVHlwZSI6MCwiUGFyZW50U3R5bGUiOm51bGx9LCJQYXJlbnRTdHlsZSI6bnVsbH0sIlRpdGxlU3R5bGUiOnsiJGlkIjoiMTMyIiwiRm9udFNldHRpbmdzIjp7IiRpZCI6IjEzMyIsIkZvbnRTaXplIjoxMSwiRm9udE5hbWUiOiJDYWxpYnJpIiwiSXNCb2xkIjp0cnVlLCJJc0l0YWxpYyI6ZmFsc2UsIklzVW5kZXJsaW5lZCI6ZmFsc2UsIlBhcmVudFN0eWxlIjpudWxsfSwiQXV0b1NpemUiOjIsIkZvcmVncm91bmQiOnsiJGlkIjoiMTM0IiwiQ29sb3IiOnsiJGlkIjoiMTM1IiwiQSI6MjU1LCJSIjowLCJHIjowLCJCIjowfX0sIk1heFdpZHRoIjo0Ny43NjAwMDAwMDAwMDAwMDUsIk1heEhlaWdodCI6IkluZmluaXR5IiwiU21hcnRGb3JlZ3JvdW5kSXNBY3RpdmUiOmZhbHNlLCJIb3Jpem9udGFsQWxpZ25tZW50IjoxLCJWZXJ0aWNhbEFsaWdubWVudCI6MCwiU21hcnRGb3JlZ3JvdW5kIjpudWxsLCJCYWNrZ3JvdW5kRmlsbFR5cGUiOjAsIk1hcmdpbiI6eyIkaWQiOiIxMzYiLCJUb3AiOjAuMCwiTGVmdCI6MC4wLCJSaWdodCI6MC4wLCJCb3R0b20iOjAuMH0sIlBhZGRpbmciOnsiJGlkIjoiMTM3IiwiVG9wIjowLjAsIkxlZnQiOjAuMCwiUmlnaHQiOjAuMCwiQm90dG9tIjowLjB9LCJCYWNrZ3JvdW5kIjp7IiRpZCI6IjEzOCIsIkNvbG9yIjp7IiRpZCI6IjEzOSIsIkEiOjAsIlIiOjI1NSwiRyI6MjU1LCJCIjoyNTV9fSwiSXNWaXNpYmxlIjp0cnVlLCJXaWR0aCI6MC4wLCJIZWlnaHQiOjAuMCwiQm9yZGVyU3R5bGUiOnsiJGlkIjoiMTQwIiwiTGluZUNvbG9yIjpudWxsLCJMaW5lV2VpZ2h0IjowLjAsIkxpbmVUeXBlIjowLCJQYXJlbnRTdHlsZSI6bnVsbH0sIlBhcmVudFN0eWxlIjpudWxsfSwiRGF0ZVN0eWxlIjp7IiRpZCI6IjE0MSIsIkZvbnRTZXR0aW5ncyI6eyIkaWQiOiIxNDIiLCJGb250U2l6ZSI6MTAsIkZvbnROYW1lIjoiQ2FsaWJyaSIsIklzQm9sZCI6ZmFsc2UsIklzSXRhbGljIjpmYWxzZSwiSXNVbmRlcmxpbmVkIjpmYWxzZSwiUGFyZW50U3R5bGUiOm51bGx9LCJBdXRvU2l6ZSI6MCwiRm9yZWdyb3VuZCI6eyIkaWQiOiIxNDMiLCJDb2xvciI6eyIkaWQiOiIxND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0NSIsIlRvcCI6MC4wLCJMZWZ0IjowLjAsIlJpZ2h0IjowLjAsIkJvdHRvbSI6MC4wfSwiUGFkZGluZyI6eyIkaWQiOiIxNDYiLCJUb3AiOjAuMCwiTGVmdCI6MC4wLCJSaWdodCI6MC4wLCJCb3R0b20iOjAuMH0sIkJhY2tncm91bmQiOnsiJGlkIjoiMTQ3IiwiQ29sb3IiOnsiJHJlZiI6IjExNiJ9fSwiSXNWaXNpYmxlIjp0cnVlLCJXaWR0aCI6MC4wLCJIZWlnaHQiOjAuMCwiQm9yZGVyU3R5bGUiOnsiJGlkIjoiMTQ4IiwiTGluZUNvbG9yIjpudWxsLCJMaW5lV2VpZ2h0IjowLjAsIkxpbmVUeXBlIjowLCJQYXJlbnRTdHlsZSI6bnVsbH0sIlBhcmVudFN0eWxlIjpudWxsfSwiRGF0ZUZvcm1hdCI6eyIkaWQiOiIxN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wIiwiRm9ybWF0IjowLCJJc1Zpc2libGUiOmZhbHNlLCJMYXN0S25vd25WaXNpYmlsaXR5U3RhdGUiOmZhbHNlfSwiSXNWaXNpYmxlIjp0cnVlLCJQYXJlbnRTdHlsZSI6bnVsbH0sIkluZGV4IjoyLCJTbWFydER1cmF0aW9uQWN0aXZhdGVkIjpmYWxzZSwiRGF0ZUZvcm1hdCI6eyIkcmVmIjoiMTQ5In0sIldlZWtOdW1iZXJpbmciOnsiJGlkIjoiMTUxIiwiRm9ybWF0IjowLCJJc1Zpc2libGUiOmZhbHNlLCJMYXN0S25vd25WaXNpYmlsaXR5U3RhdGUiOmZhbHNlfSwiSWQiOiJiZjBiYWI0ZS05OGY1LTQ3NjMtYTgyNS02OGE1ZDIxOWE1YzciLCJJbXBvcnRJZCI6bnVsbCwiVGl0bGUiOiJPYmplY3RpdmVzIiwiTm90ZSI6bnVsbCwiSHlwZXJsaW5rIjp7IiRpZCI6IjE1MiIsIkFkZHJlc3MiOiIiLCJTdWJBZGRyZXNzIjoiIn0sIklzQ2hhbmdlZCI6ZmFsc2UsIklzTmV3IjpmYWxzZX19XSwiX21pbGVzdG9uZXMiOltdLCJJZCI6IjAwMDAwMDAwLTAwMDAtMDAwMC0wMDAwLTAwMDAwMDAwMDAwMCIsIklzU2luZ2xlSXRlbVJvdyI6dHJ1ZX0seyIkaWQiOiIxNTMiLCJfdGFza3MiOlt7IiRpZCI6IjE1NCIsIl9hdHRhY2hlZE1pbGVzdG9uZXMiOltdLCJUYXNrRGVmaW5pdGlvbiI6eyIkaWQiOiIxNTUiLCJHcm91cE5hbWUiOm51bGwsIlN0YXJ0RGF0ZSI6IjIwMjItMDctMTNUMjI6MjU6MDBaIiwiRW5kRGF0ZSI6IjIwMjItMDktMzBUMDc6MzY6MDBaIiwiUGVyY2VudGFnZUNvbXBsZXRlIjo3NS4wLCJTdHlsZSI6eyIkaWQiOiIxNTYiLCJTaGFwZSI6NywiU2hhcGVUaGlja25lc3MiOjAsIkR1cmF0aW9uRm9ybWF0IjowLCJJbmNsdWRlTm9uV29ya2luZ0RheXNJbkR1cmF0aW9uIjpmYWxzZSwiUGVyY2VudGFnZUNvbXBsZXRlU3R5bGUiOnsiJGlkIjoiMTU3IiwiRm9udFNldHRpbmdzIjp7IiRpZCI6IjE1OCIsIkZvbnRTaXplIjoxMCwiRm9udE5hbWUiOiJDYWxpYnJpIiwiSXNCb2xkIjpmYWxzZSwiSXNJdGFsaWMiOmZhbHNlLCJJc1VuZGVybGluZWQiOmZhbHNlLCJQYXJlbnRTdHlsZSI6bnVsbH0sIkF1dG9TaXplIjowLCJGb3JlZ3JvdW5kIjp7IiRpZCI6IjE1OSIsIkNvbG9yIjp7IiRpZCI6IjE2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MSIsIlRvcCI6MC4wLCJMZWZ0IjowLjAsIlJpZ2h0IjowLjAsIkJvdHRvbSI6MC4wfSwiUGFkZGluZyI6eyIkaWQiOiIxNjIiLCJUb3AiOjAuMCwiTGVmdCI6MC4wLCJSaWdodCI6MC4wLCJCb3R0b20iOjAuMH0sIkJhY2tncm91bmQiOnsiJGlkIjoiMTYzIiwiQ29sb3IiOnsiJGlkIjoiMTY0IiwiQSI6ODksIlIiOjAsIkciOjAsIkIiOjB9fSwiSXNWaXNpYmxlIjp0cnVlLCJXaWR0aCI6MC4wLCJIZWlnaHQiOjAuMCwiQm9yZGVyU3R5bGUiOnsiJGlkIjoiMTY1IiwiTGluZUNvbG9yIjpudWxsLCJMaW5lV2VpZ2h0IjowLjAsIkxpbmVUeXBlIjowLCJQYXJlbnRTdHlsZSI6bnVsbH0sIlBhcmVudFN0eWxlIjpudWxsfSwiRHVyYXRpb25TdHlsZSI6eyIkaWQiOiIxNjYiLCJGb250U2V0dGluZ3MiOnsiJGlkIjoiMTY3IiwiRm9udFNpemUiOjEwLCJGb250TmFtZSI6IkNhbGlicmkiLCJJc0JvbGQiOmZhbHNlLCJJc0l0YWxpYyI6ZmFsc2UsIklzVW5kZXJsaW5lZCI6ZmFsc2UsIlBhcmVudFN0eWxlIjpudWxsfSwiQXV0b1NpemUiOjAsIkZvcmVncm91bmQiOnsiJGlkIjoiMTY4IiwiQ29sb3IiOnsiJGlkIjoiMTY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cwIiwiVG9wIjowLjAsIkxlZnQiOjAuMCwiUmlnaHQiOjAuMCwiQm90dG9tIjowLjB9LCJQYWRkaW5nIjp7IiRpZCI6IjE3MSIsIlRvcCI6MC4wLCJMZWZ0IjowLjAsIlJpZ2h0IjowLjAsIkJvdHRvbSI6MC4wfSwiQmFja2dyb3VuZCI6eyIkaWQiOiIxNzIiLCJDb2xvciI6eyIkcmVmIjoiMTY0In19LCJJc1Zpc2libGUiOnRydWUsIldpZHRoIjowLjAsIkhlaWdodCI6MC4wLCJCb3JkZXJTdHlsZSI6eyIkaWQiOiIxNzMiLCJMaW5lQ29sb3IiOm51bGwsIkxpbmVXZWlnaHQiOjAuMCwiTGluZVR5cGUiOjAsIlBhcmVudFN0eWxlIjpudWxsfSwiUGFyZW50U3R5bGUiOm51bGx9LCJIb3Jpem9udGFsQ29ubmVjdG9yU3R5bGUiOnsiJGlkIjoiMTc0IiwiTGluZUNvbG9yIjp7IiRpZCI6IjE3NSIsIiR0eXBlIjoiTkxSRS5Db21tb24uRG9tLlNvbGlkQ29sb3JCcnVzaCwgTkxSRS5Db21tb24iLCJDb2xvciI6eyIkaWQiOiIxNzYiLCJBIjoyNTUsIlIiOjIwNCwiRyI6MjA0LCJCIjoyMDR9fSwiTGluZVdlaWdodCI6MS4wLCJMaW5lVHlwZSI6MCwiUGFyZW50U3R5bGUiOm51bGx9LCJWZXJ0aWNhbENvbm5lY3RvclN0eWxlIjp7IiRpZCI6IjE3NyIsIkxpbmVDb2xvciI6eyIkaWQiOiIxNzgiLCIkdHlwZSI6Ik5MUkUuQ29tbW9uLkRvbS5Tb2xpZENvbG9yQnJ1c2gsIE5MUkUuQ29tbW9uIiwiQ29sb3IiOnsiJGlkIjoiMTc5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TgwIiwiTWFyZ2luIjp7IiRpZCI6IjE4MSIsIlRvcCI6MC4wLCJMZWZ0Ijo0LjAsIlJpZ2h0Ijo0LjAsIkJvdHRvbSI6MC4wfSwiUGFkZGluZyI6eyIkaWQiOiIxODIiLCJUb3AiOjAuMCwiTGVmdCI6MC4wLCJSaWdodCI6MC4wLCJCb3R0b20iOjAuMH0sIkJhY2tncm91bmQiOnsiJGlkIjoiMTgzIiwiQ29sb3IiOnsiJGlkIjoiMTg0IiwiQSI6MjU1LCJSIjoyNTUsIkciOjE5MiwiQiI6MH19LCJJc1Zpc2libGUiOnRydWUsIldpZHRoIjowLjAsIkhlaWdodCI6MTAuMCwiQm9yZGVyU3R5bGUiOnsiJGlkIjoiMTg1IiwiTGluZUNvbG9yIjp7IiRpZCI6IjE4NiIsIiR0eXBlIjoiTkxSRS5Db21tb24uRG9tLlNvbGlkQ29sb3JCcnVzaCwgTkxSRS5Db21tb24iLCJDb2xvciI6eyIkaWQiOiIxODciLCJBIjoyNTUsIlIiOjI1NSwiRyI6MCwiQiI6MH19LCJMaW5lV2VpZ2h0IjowLjAsIkxpbmVUeXBlIjowLCJQYXJlbnRTdHlsZSI6bnVsbH0sIlBhcmVudFN0eWxlIjpudWxsfSwiVGl0bGVTdHlsZSI6eyIkaWQiOiIxODgiLCJGb250U2V0dGluZ3MiOnsiJGlkIjoiMTg5IiwiRm9udFNpemUiOjExLCJGb250TmFtZSI6IkNhbGlicmkiLCJJc0JvbGQiOnRydWUsIklzSXRhbGljIjpmYWxzZSwiSXNVbmRlcmxpbmVkIjpmYWxzZSwiUGFyZW50U3R5bGUiOm51bGx9LCJBdXRvU2l6ZSI6MiwiRm9yZWdyb3VuZCI6eyIkaWQiOiIxOTAiLCJDb2xvciI6eyIkaWQiOiIxOTEiLCJBIjoyNTUsIlIiOjAsIkciOjAsIkIiOjB9fSwiTWF4V2lkdGgiOjkzLjE0LCJNYXhIZWlnaHQiOiJJbmZpbml0eSIsIlNtYXJ0Rm9yZWdyb3VuZElzQWN0aXZlIjpmYWxzZSwiSG9yaXpvbnRhbEFsaWdubWVudCI6MSwiVmVydGljYWxBbGlnbm1lbnQiOjAsIlNtYXJ0Rm9yZWdyb3VuZCI6bnVsbCwiQmFja2dyb3VuZEZpbGxUeXBlIjowLCJNYXJnaW4iOnsiJGlkIjoiMTkyIiwiVG9wIjowLjAsIkxlZnQiOjAuMCwiUmlnaHQiOjAuMCwiQm90dG9tIjowLjB9LCJQYWRkaW5nIjp7IiRpZCI6IjE5MyIsIlRvcCI6MC4wLCJMZWZ0IjowLjAsIlJpZ2h0IjowLjAsIkJvdHRvbSI6MC4wfSwiQmFja2dyb3VuZCI6eyIkaWQiOiIxOTQiLCJDb2xvciI6eyIkaWQiOiIxOTUiLCJBIjowLCJSIjoyNTUsIkciOjI1NSwiQiI6MjU1fX0sIklzVmlzaWJsZSI6dHJ1ZSwiV2lkdGgiOjAuMCwiSGVpZ2h0IjowLjAsIkJvcmRlclN0eWxlIjp7IiRpZCI6IjE5NiIsIkxpbmVDb2xvciI6bnVsbCwiTGluZVdlaWdodCI6MC4wLCJMaW5lVHlwZSI6MCwiUGFyZW50U3R5bGUiOm51bGx9LCJQYXJlbnRTdHlsZSI6bnVsbH0sIkRhdGVTdHlsZSI6eyIkaWQiOiIxOTciLCJGb250U2V0dGluZ3MiOnsiJGlkIjoiMTk4IiwiRm9udFNpemUiOjEwLCJGb250TmFtZSI6IkNhbGlicmkiLCJJc0JvbGQiOmZhbHNlLCJJc0l0YWxpYyI6ZmFsc2UsIklzVW5kZXJsaW5lZCI6ZmFsc2UsIlBhcmVudFN0eWxlIjpudWxsfSwiQXV0b1NpemUiOjAsIkZvcmVncm91bmQiOnsiJGlkIjoiMTk5IiwiQ29sb3IiOnsiJGlkIjoiMjA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DEiLCJUb3AiOjAuMCwiTGVmdCI6MC4wLCJSaWdodCI6MC4wLCJCb3R0b20iOjAuMH0sIlBhZGRpbmciOnsiJGlkIjoiMjAyIiwiVG9wIjowLjAsIkxlZnQiOjAuMCwiUmlnaHQiOjAuMCwiQm90dG9tIjowLjB9LCJCYWNrZ3JvdW5kIjp7IiRpZCI6IjIwMyIsIkNvbG9yIjp7IiRyZWYiOiIxNjQifX0sIklzVmlzaWJsZSI6dHJ1ZSwiV2lkdGgiOjAuMCwiSGVpZ2h0IjowLjAsIkJvcmRlclN0eWxlIjp7IiRpZCI6IjIwNCIsIkxpbmVDb2xvciI6bnVsbCwiTGluZVdlaWdodCI6MC4wLCJMaW5lVHlwZSI6MCwiUGFyZW50U3R5bGUiOm51bGx9LCJQYXJlbnRTdHlsZSI6bnVsbH0sIkRhdGVGb3JtYXQiOnsiJGlkIjoiMjA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iIsIkZvcm1hdCI6MCwiSXNWaXNpYmxlIjpmYWxzZSwiTGFzdEtub3duVmlzaWJpbGl0eVN0YXRlIjpmYWxzZX0sIklzVmlzaWJsZSI6dHJ1ZSwiUGFyZW50U3R5bGUiOm51bGx9LCJJbmRleCI6NCwiU21hcnREdXJhdGlvbkFjdGl2YXRlZCI6ZmFsc2UsIkRhdGVGb3JtYXQiOnsiJHJlZiI6IjIwNSJ9LCJXZWVrTnVtYmVyaW5nIjp7IiRpZCI6IjIwNyIsIkZvcm1hdCI6MCwiSXNWaXNpYmxlIjpmYWxzZSwiTGFzdEtub3duVmlzaWJpbGl0eVN0YXRlIjpmYWxzZX0sIklkIjoiNzllZWJmMGMtYzAzZS00ZWEwLTg1NDAtYjgwODgyNzE3ZTBhIiwiSW1wb3J0SWQiOm51bGwsIlRpdGxlIjoiQmV0YSArIFJlbGVhc2UgUGxhbnMiLCJOb3RlIjpudWxsLCJIeXBlcmxpbmsiOnsiJGlkIjoiMjA4IiwiQWRkcmVzcyI6IiIsIlN1YkFkZHJlc3MiOiIifSwiSXNDaGFuZ2VkIjpmYWxzZSwiSXNOZXciOmZhbHNlfX0seyIkaWQiOiIyMDkiLCJfYXR0YWNoZWRNaWxlc3RvbmVzIjpbXSwiVGFza0RlZmluaXRpb24iOnsiJGlkIjoiMjEwIiwiR3JvdXBOYW1lIjpudWxsLCJTdGFydERhdGUiOiIyMDIyLTA2LTA0VDAwOjAwOjAwWiIsIkVuZERhdGUiOiIyMDIyLTA3LTExVDIzOjU4OjAwWiIsIlBlcmNlbnRhZ2VDb21wbGV0ZSI6NzUuMCwiU3R5bGUiOnsiJGlkIjoiMjExIiwiU2hhcGUiOjcsIlNoYXBlVGhpY2tuZXNzIjowLCJEdXJhdGlvbkZvcm1hdCI6MCwiSW5jbHVkZU5vbldvcmtpbmdEYXlzSW5EdXJhdGlvbiI6ZmFsc2UsIlBlcmNlbnRhZ2VDb21wbGV0ZVN0eWxlIjp7IiRpZCI6IjIxMiIsIkZvbnRTZXR0aW5ncyI6eyIkaWQiOiIyMTMiLCJGb250U2l6ZSI6MTAsIkZvbnROYW1lIjoiQ2FsaWJyaSIsIklzQm9sZCI6ZmFsc2UsIklzSXRhbGljIjpmYWxzZSwiSXNVbmRlcmxpbmVkIjpmYWxzZSwiUGFyZW50U3R5bGUiOm51bGx9LCJBdXRvU2l6ZSI6MCwiRm9yZWdyb3VuZCI6eyIkaWQiOiIyMTQiLCJDb2xvciI6eyIkaWQiOiIyM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TYiLCJUb3AiOjAuMCwiTGVmdCI6MC4wLCJSaWdodCI6MC4wLCJCb3R0b20iOjAuMH0sIlBhZGRpbmciOnsiJGlkIjoiMjE3IiwiVG9wIjowLjAsIkxlZnQiOjAuMCwiUmlnaHQiOjAuMCwiQm90dG9tIjowLjB9LCJCYWNrZ3JvdW5kIjp7IiRpZCI6IjIxOCIsIkNvbG9yIjp7IiRpZCI6IjIxOSIsIkEiOjg5LCJSIjowLCJHIjowLCJCIjowfX0sIklzVmlzaWJsZSI6dHJ1ZSwiV2lkdGgiOjAuMCwiSGVpZ2h0IjowLjAsIkJvcmRlclN0eWxlIjp7IiRpZCI6IjIyMCIsIkxpbmVDb2xvciI6bnVsbCwiTGluZVdlaWdodCI6MC4wLCJMaW5lVHlwZSI6MCwiUGFyZW50U3R5bGUiOm51bGx9LCJQYXJlbnRTdHlsZSI6bnVsbH0sIkR1cmF0aW9uU3R5bGUiOnsiJGlkIjoiMjIxIiwiRm9udFNldHRpbmdzIjp7IiRpZCI6IjIyMiIsIkZvbnRTaXplIjoxMCwiRm9udE5hbWUiOiJDYWxpYnJpIiwiSXNCb2xkIjpmYWxzZSwiSXNJdGFsaWMiOmZhbHNlLCJJc1VuZGVybGluZWQiOmZhbHNlLCJQYXJlbnRTdHlsZSI6bnVsbH0sIkF1dG9TaXplIjowLCJGb3JlZ3JvdW5kIjp7IiRpZCI6IjIyMyIsIkNvbG9yIjp7IiRpZCI6IjIy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yNSIsIlRvcCI6MC4wLCJMZWZ0IjowLjAsIlJpZ2h0IjowLjAsIkJvdHRvbSI6MC4wfSwiUGFkZGluZyI6eyIkaWQiOiIyMjYiLCJUb3AiOjAuMCwiTGVmdCI6MC4wLCJSaWdodCI6MC4wLCJCb3R0b20iOjAuMH0sIkJhY2tncm91bmQiOnsiJGlkIjoiMjI3IiwiQ29sb3IiOnsiJHJlZiI6IjIxOSJ9fSwiSXNWaXNpYmxlIjp0cnVlLCJXaWR0aCI6MC4wLCJIZWlnaHQiOjAuMCwiQm9yZGVyU3R5bGUiOnsiJGlkIjoiMjI4IiwiTGluZUNvbG9yIjpudWxsLCJMaW5lV2VpZ2h0IjowLjAsIkxpbmVUeXBlIjowLCJQYXJlbnRTdHlsZSI6bnVsbH0sIlBhcmVudFN0eWxlIjpudWxsfSwiSG9yaXpvbnRhbENvbm5lY3RvclN0eWxlIjp7IiRpZCI6IjIyOSIsIkxpbmVDb2xvciI6eyIkaWQiOiIyMzAiLCIkdHlwZSI6Ik5MUkUuQ29tbW9uLkRvbS5Tb2xpZENvbG9yQnJ1c2gsIE5MUkUuQ29tbW9uIiwiQ29sb3IiOnsiJGlkIjoiMjMxIiwiQSI6MjU1LCJSIjoyMDQsIkciOjIwNCwiQiI6MjA0fX0sIkxpbmVXZWlnaHQiOjEuMCwiTGluZVR5cGUiOjAsIlBhcmVudFN0eWxlIjpudWxsfSwiVmVydGljYWxDb25uZWN0b3JTdHlsZSI6eyIkaWQiOiIyMzIiLCJMaW5lQ29sb3IiOnsiJGlkIjoiMjMzIiwiJHR5cGUiOiJOTFJFLkNvbW1vbi5Eb20uU29saWRDb2xvckJydXNoLCBOTFJFLkNvbW1vbiIsIkNvbG9yIjp7IiRpZCI6IjIzN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IzNSIsIk1hcmdpbiI6eyIkaWQiOiIyMzYiLCJUb3AiOjAuMCwiTGVmdCI6NC4wLCJSaWdodCI6NC4wLCJCb3R0b20iOjAuMH0sIlBhZGRpbmciOnsiJGlkIjoiMjM3IiwiVG9wIjowLjAsIkxlZnQiOjAuMCwiUmlnaHQiOjAuMCwiQm90dG9tIjowLjB9LCJCYWNrZ3JvdW5kIjp7IiRpZCI6IjIzOCIsIkNvbG9yIjp7IiRpZCI6IjIzOSIsIkEiOjI1NSwiUiI6MjU1LCJHIjoxOTIsIkIiOjB9fSwiSXNWaXNpYmxlIjp0cnVlLCJXaWR0aCI6MC4wLCJIZWlnaHQiOjEwLjAsIkJvcmRlclN0eWxlIjp7IiRpZCI6IjI0MCIsIkxpbmVDb2xvciI6eyIkaWQiOiIyNDEiLCIkdHlwZSI6Ik5MUkUuQ29tbW9uLkRvbS5Tb2xpZENvbG9yQnJ1c2gsIE5MUkUuQ29tbW9uIiwiQ29sb3IiOnsiJGlkIjoiMjQyIiwiQSI6MjU1LCJSIjoyNTUsIkciOjAsIkIiOjB9fSwiTGluZVdlaWdodCI6MC4wLCJMaW5lVHlwZSI6MCwiUGFyZW50U3R5bGUiOm51bGx9LCJQYXJlbnRTdHlsZSI6bnVsbH0sIlRpdGxlU3R5bGUiOnsiJGlkIjoiMjQzIiwiRm9udFNldHRpbmdzIjp7IiRpZCI6IjI0NCIsIkZvbnRTaXplIjoxMSwiRm9udE5hbWUiOiJDYWxpYnJpIiwiSXNCb2xkIjp0cnVlLCJJc0l0YWxpYyI6ZmFsc2UsIklzVW5kZXJsaW5lZCI6ZmFsc2UsIlBhcmVudFN0eWxlIjpudWxsfSwiQXV0b1NpemUiOjIsIkZvcmVncm91bmQiOnsiJGlkIjoiMjQ1IiwiQ29sb3IiOnsiJGlkIjoiMjQ2IiwiQSI6MjU1LCJSIjowLCJHIjowLCJCIjowfX0sIk1heFdpZHRoIjo1OC4wODY2NjY2NjY2NjY2NzMsIk1heEhlaWdodCI6IkluZmluaXR5IiwiU21hcnRGb3JlZ3JvdW5kSXNBY3RpdmUiOmZhbHNlLCJIb3Jpem9udGFsQWxpZ25tZW50IjoxLCJWZXJ0aWNhbEFsaWdubWVudCI6MCwiU21hcnRGb3JlZ3JvdW5kIjpudWxsLCJCYWNrZ3JvdW5kRmlsbFR5cGUiOjAsIk1hcmdpbiI6eyIkaWQiOiIyNDciLCJUb3AiOjAuMCwiTGVmdCI6MC4wLCJSaWdodCI6MC4wLCJCb3R0b20iOjAuMH0sIlBhZGRpbmciOnsiJGlkIjoiMjQ4IiwiVG9wIjowLjAsIkxlZnQiOjAuMCwiUmlnaHQiOjAuMCwiQm90dG9tIjowLjB9LCJCYWNrZ3JvdW5kIjp7IiRpZCI6IjI0OSIsIkNvbG9yIjp7IiRpZCI6IjI1MCIsIkEiOjAsIlIiOjI1NSwiRyI6MjU1LCJCIjoyNTV9fSwiSXNWaXNpYmxlIjp0cnVlLCJXaWR0aCI6MC4wLCJIZWlnaHQiOjAuMCwiQm9yZGVyU3R5bGUiOnsiJGlkIjoiMjUxIiwiTGluZUNvbG9yIjpudWxsLCJMaW5lV2VpZ2h0IjowLjAsIkxpbmVUeXBlIjowLCJQYXJlbnRTdHlsZSI6bnVsbH0sIlBhcmVudFN0eWxlIjpudWxsfSwiRGF0ZVN0eWxlIjp7IiRpZCI6IjI1MiIsIkZvbnRTZXR0aW5ncyI6eyIkaWQiOiIyNTMiLCJGb250U2l6ZSI6MTAsIkZvbnROYW1lIjoiQ2FsaWJyaSIsIklzQm9sZCI6ZmFsc2UsIklzSXRhbGljIjpmYWxzZSwiSXNVbmRlcmxpbmVkIjpmYWxzZSwiUGFyZW50U3R5bGUiOm51bGx9LCJBdXRvU2l6ZSI6MCwiRm9yZWdyb3VuZCI6eyIkaWQiOiIyNTQiLCJDb2xvciI6eyIkaWQiOiIyNT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1NiIsIlRvcCI6MC4wLCJMZWZ0IjowLjAsIlJpZ2h0IjowLjAsIkJvdHRvbSI6MC4wfSwiUGFkZGluZyI6eyIkaWQiOiIyNTciLCJUb3AiOjAuMCwiTGVmdCI6MC4wLCJSaWdodCI6MC4wLCJCb3R0b20iOjAuMH0sIkJhY2tncm91bmQiOnsiJGlkIjoiMjU4IiwiQ29sb3IiOnsiJHJlZiI6IjIxOSJ9fSwiSXNWaXNpYmxlIjp0cnVlLCJXaWR0aCI6MC4wLCJIZWlnaHQiOjAuMCwiQm9yZGVyU3R5bGUiOnsiJGlkIjoiMjU5IiwiTGluZUNvbG9yIjpudWxsLCJMaW5lV2VpZ2h0IjowLjAsIkxpbmVUeXBlIjowLCJQYXJlbnRTdHlsZSI6bnVsbH0sIlBhcmVudFN0eWxlIjpudWxsfSwiRGF0ZUZvcm1hdCI6eyIkaWQiOiIy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xIiwiRm9ybWF0IjowLCJJc1Zpc2libGUiOmZhbHNlLCJMYXN0S25vd25WaXNpYmlsaXR5U3RhdGUiOmZhbHNlfSwiSXNWaXNpYmxlIjp0cnVlLCJQYXJlbnRTdHlsZSI6bnVsbH0sIkluZGV4Ijo1LCJTbWFydER1cmF0aW9uQWN0aXZhdGVkIjpmYWxzZSwiRGF0ZUZvcm1hdCI6eyIkcmVmIjoiMjYwIn0sIldlZWtOdW1iZXJpbmciOnsiJGlkIjoiMjYyIiwiRm9ybWF0IjowLCJJc1Zpc2libGUiOmZhbHNlLCJMYXN0S25vd25WaXNpYmlsaXR5U3RhdGUiOmZhbHNlfSwiSWQiOiJlZWI4M2U1MC0zZmZlLTRhNzItYTIwMy1mZWRlODdmMjMwODEiLCJJbXBvcnRJZCI6bnVsbCwiVGl0bGUiOiJTYWxlcyBCdWRnZXQiLCJOb3RlIjpudWxsLCJIeXBlcmxpbmsiOnsiJGlkIjoiMjYzIiwiQWRkcmVzcyI6IiIsIlN1YkFkZHJlc3MiOiIifSwiSXNDaGFuZ2VkIjpmYWxzZSwiSXNOZXciOmZhbHNlfX0seyIkaWQiOiIyNjQiLCJfYXR0YWNoZWRNaWxlc3RvbmVzIjpbXSwiVGFza0RlZmluaXRpb24iOnsiJGlkIjoiMjY1IiwiR3JvdXBOYW1lIjpudWxsLCJTdGFydERhdGUiOiIyMDIyLTA0LTAyVDAwOjAwOjAwWiIsIkVuZERhdGUiOiIyMDIyLTA2LTAyVDEzOjAwOjAwWiIsIlBlcmNlbnRhZ2VDb21wbGV0ZSI6NzUuMCwiU3R5bGUiOnsiJGlkIjoiMjY2IiwiU2hhcGUiOjcsIlNoYXBlVGhpY2tuZXNzIjowLCJEdXJhdGlvbkZvcm1hdCI6MCwiSW5jbHVkZU5vbldvcmtpbmdEYXlzSW5EdXJhdGlvbiI6ZmFsc2UsIlBlcmNlbnRhZ2VDb21wbGV0ZVN0eWxlIjp7IiRpZCI6IjI2NyIsIkZvbnRTZXR0aW5ncyI6eyIkaWQiOiIyNjgiLCJGb250U2l6ZSI6MTAsIkZvbnROYW1lIjoiQ2FsaWJyaSIsIklzQm9sZCI6dHJ1ZSwiSXNJdGFsaWMiOmZhbHNlLCJJc1VuZGVybGluZWQiOmZhbHNlLCJQYXJlbnRTdHlsZSI6bnVsbH0sIkF1dG9TaXplIjowLCJGb3JlZ3JvdW5kIjp7IiRpZCI6IjI2OSIsIkNvbG9yIjp7IiRpZCI6IjI3MCIsIkEiOjI1NSwiUiI6MTI3LCJHIjo5NiwiQiI6MH19LCJNYXhXaWR0aCI6MjAwLjAsIk1heEhlaWdodCI6IkluZmluaXR5IiwiU21hcnRGb3JlZ3JvdW5kSXNBY3RpdmUiOmZhbHNlLCJIb3Jpem9udGFsQWxpZ25tZW50IjowLCJWZXJ0aWNhbEFsaWdubWVudCI6MCwiU21hcnRGb3JlZ3JvdW5kIjpudWxsLCJCYWNrZ3JvdW5kRmlsbFR5cGUiOjAsIk1hcmdpbiI6eyIkaWQiOiIyNzEiLCJUb3AiOjAuMCwiTGVmdCI6MC4wLCJSaWdodCI6MC4wLCJCb3R0b20iOjAuMH0sIlBhZGRpbmciOnsiJGlkIjoiMjcyIiwiVG9wIjowLjAsIkxlZnQiOjAuMCwiUmlnaHQiOjAuMCwiQm90dG9tIjowLjB9LCJCYWNrZ3JvdW5kIjp7IiRpZCI6IjI3MyIsIkNvbG9yIjp7IiRpZCI6IjI3NCIsIkEiOjg5LCJSIjowLCJHIjowLCJCIjowfX0sIklzVmlzaWJsZSI6dHJ1ZSwiV2lkdGgiOjAuMCwiSGVpZ2h0IjowLjAsIkJvcmRlclN0eWxlIjp7IiRpZCI6IjI3NSIsIkxpbmVDb2xvciI6bnVsbCwiTGluZVdlaWdodCI6MC4wLCJMaW5lVHlwZSI6MCwiUGFyZW50U3R5bGUiOm51bGx9LCJQYXJlbnRTdHlsZSI6bnVsbH0sIkR1cmF0aW9uU3R5bGUiOnsiJGlkIjoiMjc2IiwiRm9udFNldHRpbmdzIjp7IiRpZCI6IjI3NyIsIkZvbnRTaXplIjoxMCwiRm9udE5hbWUiOiJDYWxpYnJpIiwiSXNCb2xkIjpmYWxzZSwiSXNJdGFsaWMiOmZhbHNlLCJJc1VuZGVybGluZWQiOmZhbHNlLCJQYXJlbnRTdHlsZSI6bnVsbH0sIkF1dG9TaXplIjowLCJGb3JlZ3JvdW5kIjp7IiRpZCI6IjI3OCIsIkNvbG9yIjp7IiRpZCI6IjI3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4MCIsIlRvcCI6MC4wLCJMZWZ0IjowLjAsIlJpZ2h0IjowLjAsIkJvdHRvbSI6MC4wfSwiUGFkZGluZyI6eyIkaWQiOiIyODEiLCJUb3AiOjAuMCwiTGVmdCI6MC4wLCJSaWdodCI6MC4wLCJCb3R0b20iOjAuMH0sIkJhY2tncm91bmQiOnsiJGlkIjoiMjgyIiwiQ29sb3IiOnsiJHJlZiI6IjI3NCJ9fSwiSXNWaXNpYmxlIjp0cnVlLCJXaWR0aCI6MC4wLCJIZWlnaHQiOjAuMCwiQm9yZGVyU3R5bGUiOnsiJGlkIjoiMjgzIiwiTGluZUNvbG9yIjpudWxsLCJMaW5lV2VpZ2h0IjowLjAsIkxpbmVUeXBlIjowLCJQYXJlbnRTdHlsZSI6bnVsbH0sIlBhcmVudFN0eWxlIjpudWxsfSwiSG9yaXpvbnRhbENvbm5lY3RvclN0eWxlIjp7IiRpZCI6IjI4NCIsIkxpbmVDb2xvciI6eyIkaWQiOiIyODUiLCIkdHlwZSI6Ik5MUkUuQ29tbW9uLkRvbS5Tb2xpZENvbG9yQnJ1c2gsIE5MUkUuQ29tbW9uIiwiQ29sb3IiOnsiJGlkIjoiMjg2IiwiQSI6MjU1LCJSIjoyMDQsIkciOjIwNCwiQiI6MjA0fX0sIkxpbmVXZWlnaHQiOjEuMCwiTGluZVR5cGUiOjAsIlBhcmVudFN0eWxlIjpudWxsfSwiVmVydGljYWxDb25uZWN0b3JTdHlsZSI6eyIkaWQiOiIyODciLCJMaW5lQ29sb3IiOnsiJGlkIjoiMjg4IiwiJHR5cGUiOiJOTFJFLkNvbW1vbi5Eb20uU29saWRDb2xvckJydXNoLCBOTFJFLkNvbW1vbiIsIkNvbG9yIjp7IiRpZCI6IjI4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I5MCIsIk1hcmdpbiI6eyIkaWQiOiIyOTEiLCJUb3AiOjAuMCwiTGVmdCI6NC4wLCJSaWdodCI6NC4wLCJCb3R0b20iOjAuMH0sIlBhZGRpbmciOnsiJGlkIjoiMjkyIiwiVG9wIjowLjAsIkxlZnQiOjAuMCwiUmlnaHQiOjAuMCwiQm90dG9tIjowLjB9LCJCYWNrZ3JvdW5kIjp7IiRpZCI6IjI5MyIsIkNvbG9yIjp7IiRpZCI6IjI5NCIsIkEiOjI1NSwiUiI6MjU1LCJHIjoxOTIsIkIiOjB9fSwiSXNWaXNpYmxlIjp0cnVlLCJXaWR0aCI6MC4wLCJIZWlnaHQiOjEwLjAsIkJvcmRlclN0eWxlIjp7IiRpZCI6IjI5NSIsIkxpbmVDb2xvciI6eyIkaWQiOiIyOTYiLCIkdHlwZSI6Ik5MUkUuQ29tbW9uLkRvbS5Tb2xpZENvbG9yQnJ1c2gsIE5MUkUuQ29tbW9uIiwiQ29sb3IiOnsiJGlkIjoiMjk3IiwiQSI6MjU1LCJSIjoyNTUsIkciOjAsIkIiOjB9fSwiTGluZVdlaWdodCI6MC4wLCJMaW5lVHlwZSI6MCwiUGFyZW50U3R5bGUiOm51bGx9LCJQYXJlbnRTdHlsZSI6bnVsbH0sIlRpdGxlU3R5bGUiOnsiJGlkIjoiMjk4IiwiRm9udFNldHRpbmdzIjp7IiRpZCI6IjI5OSIsIkZvbnRTaXplIjoxMSwiRm9udE5hbWUiOiJDYWxpYnJpIiwiSXNCb2xkIjp0cnVlLCJJc0l0YWxpYyI6ZmFsc2UsIklzVW5kZXJsaW5lZCI6ZmFsc2UsIlBhcmVudFN0eWxlIjpudWxsfSwiQXV0b1NpemUiOjAsIkZvcmVncm91bmQiOnsiJGlkIjoiMzAwIiwiQ29sb3IiOnsiJGlkIjoiMzAx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MwMiIsIlRvcCI6MC4wLCJMZWZ0IjowLjAsIlJpZ2h0IjowLjAsIkJvdHRvbSI6MC4wfSwiUGFkZGluZyI6eyIkaWQiOiIzMDMiLCJUb3AiOjAuMCwiTGVmdCI6MC4wLCJSaWdodCI6MC4wLCJCb3R0b20iOjAuMH0sIkJhY2tncm91bmQiOnsiJGlkIjoiMzA0IiwiQ29sb3IiOnsiJGlkIjoiMzA1IiwiQSI6MCwiUiI6MjU1LCJHIjoyNTUsIkIiOjI1NX19LCJJc1Zpc2libGUiOnRydWUsIldpZHRoIjowLjAsIkhlaWdodCI6MC4wLCJCb3JkZXJTdHlsZSI6eyIkaWQiOiIzMDYiLCJMaW5lQ29sb3IiOm51bGwsIkxpbmVXZWlnaHQiOjAuMCwiTGluZVR5cGUiOjAsIlBhcmVudFN0eWxlIjpudWxsfSwiUGFyZW50U3R5bGUiOm51bGx9LCJEYXRlU3R5bGUiOnsiJGlkIjoiMzA3IiwiRm9udFNldHRpbmdzIjp7IiRpZCI6IjMwOCIsIkZvbnRTaXplIjoxMCwiRm9udE5hbWUiOiJDYWxpYnJpIiwiSXNCb2xkIjpmYWxzZSwiSXNJdGFsaWMiOmZhbHNlLCJJc1VuZGVybGluZWQiOmZhbHNlLCJQYXJlbnRTdHlsZSI6bnVsbH0sIkF1dG9TaXplIjowLCJGb3JlZ3JvdW5kIjp7IiRpZCI6IjMwOSIsIkNvbG9yIjp7IiRpZCI6IjM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ExIiwiVG9wIjowLjAsIkxlZnQiOjAuMCwiUmlnaHQiOjAuMCwiQm90dG9tIjowLjB9LCJQYWRkaW5nIjp7IiRpZCI6IjMxMiIsIlRvcCI6MC4wLCJMZWZ0IjowLjAsIlJpZ2h0IjowLjAsIkJvdHRvbSI6MC4wfSwiQmFja2dyb3VuZCI6eyIkaWQiOiIzMTMiLCJDb2xvciI6eyIkcmVmIjoiMjc0In19LCJJc1Zpc2libGUiOnRydWUsIldpZHRoIjowLjAsIkhlaWdodCI6MC4wLCJCb3JkZXJTdHlsZSI6eyIkaWQiOiIzMTQiLCJMaW5lQ29sb3IiOm51bGwsIkxpbmVXZWlnaHQiOjAuMCwiTGluZVR5cGUiOjAsIlBhcmVudFN0eWxlIjpudWxsfSwiUGFyZW50U3R5bGUiOm51bGx9LCJEYXRlRm9ybWF0Ijp7IiRpZCI6IjMx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TYiLCJGb3JtYXQiOjAsIklzVmlzaWJsZSI6ZmFsc2UsIkxhc3RLbm93blZpc2liaWxpdHlTdGF0ZSI6ZmFsc2V9LCJJc1Zpc2libGUiOnRydWUsIlBhcmVudFN0eWxlIjpudWxsfSwiSW5kZXgiOjYsIlNtYXJ0RHVyYXRpb25BY3RpdmF0ZWQiOmZhbHNlLCJEYXRlRm9ybWF0Ijp7IiRyZWYiOiIzMTUifSwiV2Vla051bWJlcmluZyI6eyIkaWQiOiIzMTciLCJGb3JtYXQiOjAsIklzVmlzaWJsZSI6ZmFsc2UsIkxhc3RLbm93blZpc2liaWxpdHlTdGF0ZSI6ZmFsc2V9LCJJZCI6IjExOGFhMjYyLWM5YjAtNDhlMS05ZTBiLTJlY2M1MWUzNmMzOCIsIkltcG9ydElkIjpudWxsLCJUaXRsZSI6IlN0cmF0ZWdpYyBJbnRlbnQiLCJOb3RlIjpudWxsLCJIeXBlcmxpbmsiOnsiJGlkIjoiMzE4IiwiQWRkcmVzcyI6IiIsIlN1YkFkZHJlc3MiOiIifSwiSXNDaGFuZ2VkIjpmYWxzZSwiSXNOZXciOmZhbHNlfX0seyIkaWQiOiIzMTkiLCJfYXR0YWNoZWRNaWxlc3RvbmVzIjpbeyIkaWQiOiIzMjAiLCJEYXRlIjoiMjAyMi0wMy0zMVQyMzo1OTowMCIsIlN0eWxlIjp7IiRpZCI6IjMyMSIsIlNoYXBlIjoxNCwiQ29ubmVjdG9yTWFyZ2luIjp7IiRpZCI6IjMyMiIsIlRvcCI6MC4wLCJMZWZ0IjoyLjAsIlJpZ2h0IjoyLjAsIkJvdHRvbSI6MC4wfSwiQ29ubmVjdG9yU3R5bGUiOnsiJGlkIjoiMzIzIiwiTGluZUNvbG9yIjp7IiRpZCI6IjMyNCIsIiR0eXBlIjoiTkxSRS5Db21tb24uRG9tLlNvbGlkQ29sb3JCcnVzaCwgTkxSRS5Db21tb24iLCJDb2xvciI6eyIkaWQiOiIzMjUiLCJBIjoxMjcsIlIiOjEyNywiRyI6OTYsIkIiOjB9fSwiTGluZVdlaWdodCI6MS4wLCJMaW5lVHlwZSI6MCwiUGFyZW50U3R5bGUiOm51bGx9LCJJc0JlbG93VGltZWJhbmQiOnRydWUsIlBvc2l0aW9uT25UYXNrIjozLCJIaWRlRGF0ZSI6ZmFsc2UsIlNoYXBlU2l6ZSI6MSwiU3BhY2luZyI6MS4wLCJQYWRkaW5nIjp7IiRpZCI6IjMyNiIsIlRvcCI6Ny4wLCJMZWZ0IjozLjAsIlJpZ2h0IjowLjAsIkJvdHRvbSI6Mi4wfSwiU2hhcGVTdHlsZSI6eyIkaWQiOiIzMjciLCJNYXJnaW4iOnsiJGlkIjoiMzI4IiwiVG9wIjowLjAsIkxlZnQiOjAuMCwiUmlnaHQiOjAuMCwiQm90dG9tIjowLjB9LCJQYWRkaW5nIjp7IiRpZCI6IjMyOSIsIlRvcCI6MC4wLCJMZWZ0IjowLjAsIlJpZ2h0IjowLjAsIkJvdHRvbSI6MC4wfSwiQmFja2dyb3VuZCI6eyIkaWQiOiIzMzAiLCJDb2xvciI6eyIkaWQiOiIzMzEiLCJBIjoyNTUsIlIiOjEyNywiRyI6OTYsIkIiOjB9fSwiSXNWaXNpYmxlIjp0cnVlLCJXaWR0aCI6MTguMCwiSGVpZ2h0IjoyMC4wLCJCb3JkZXJTdHlsZSI6eyIkaWQiOiIzMzIiLCJMaW5lQ29sb3IiOm51bGwsIkxpbmVXZWlnaHQiOjAuMCwiTGluZVR5cGUiOjAsIlBhcmVudFN0eWxlIjpudWxsfSwiUGFyZW50U3R5bGUiOm51bGx9LCJUaXRsZVN0eWxlIjp7IiRpZCI6IjMzMyIsIkZvbnRTZXR0aW5ncyI6eyIkaWQiOiIzMzQiLCJGb250U2l6ZSI6MTEsIkZvbnROYW1lIjoiQ2FsaWJyaSIsIklzQm9sZCI6dHJ1ZSwiSXNJdGFsaWMiOmZhbHNlLCJJc1VuZGVybGluZWQiOmZhbHNlLCJQYXJlbnRTdHlsZSI6bnVsbH0sIkF1dG9TaXplIjowLCJGb3JlZ3JvdW5kIjp7IiRpZCI6IjMzNSIsIkNvbG9yIjp7IiRpZCI6IjMzNi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zMzciLCJUb3AiOjAuMCwiTGVmdCI6MC4wLCJSaWdodCI6MC4wLCJCb3R0b20iOjAuMH0sIlBhZGRpbmciOnsiJGlkIjoiMzM4IiwiVG9wIjowLjAsIkxlZnQiOjAuMCwiUmlnaHQiOjAuMCwiQm90dG9tIjowLjB9LCJCYWNrZ3JvdW5kIjp7IiRpZCI6IjMzOSIsIkNvbG9yIjp7IiRpZCI6IjM0MCIsIkEiOjAsIlIiOjI1NSwiRyI6MjU1LCJCIjoyNTV9fSwiSXNWaXNpYmxlIjpmYWxzZSwiV2lkdGgiOjAuMCwiSGVpZ2h0IjowLjAsIkJvcmRlclN0eWxlIjp7IiRpZCI6IjM0MSIsIkxpbmVDb2xvciI6bnVsbCwiTGluZVdlaWdodCI6MC4wLCJMaW5lVHlwZSI6MCwiUGFyZW50U3R5bGUiOm51bGx9LCJQYXJlbnRTdHlsZSI6bnVsbH0sIkRhdGVTdHlsZSI6eyIkaWQiOiIzNDIiLCJGb250U2V0dGluZ3MiOnsiJGlkIjoiMzQzIiwiRm9udFNpemUiOjEwLCJGb250TmFtZSI6IkNhbGlicmkiLCJJc0JvbGQiOmZhbHNlLCJJc0l0YWxpYyI6ZmFsc2UsIklzVW5kZXJsaW5lZCI6ZmFsc2UsIlBhcmVudFN0eWxlIjpudWxsfSwiQXV0b1NpemUiOjAsIkZvcmVncm91bmQiOnsiJGlkIjoiMzQ0IiwiQ29sb3IiOnsiJGlkIjoiMzQ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NDYiLCJUb3AiOjAuMCwiTGVmdCI6MC4wLCJSaWdodCI6MC4wLCJCb3R0b20iOjAuMH0sIlBhZGRpbmciOnsiJGlkIjoiMzQ3IiwiVG9wIjowLjAsIkxlZnQiOjAuMCwiUmlnaHQiOjAuMCwiQm90dG9tIjowLjB9LCJCYWNrZ3JvdW5kIjp7IiRpZCI6IjM0OCIsIkNvbG9yIjp7IiRpZCI6IjM0OSIsIkEiOjAsIlIiOjI1NSwiRyI6MjU1LCJCIjoyNTV9fSwiSXNWaXNpYmxlIjpmYWxzZSwiV2lkdGgiOjAuMCwiSGVpZ2h0IjowLjAsIkJvcmRlclN0eWxlIjp7IiRpZCI6IjM1MCIsIkxpbmVDb2xvciI6bnVsbCwiTGluZVdlaWdodCI6MC4wLCJMaW5lVHlwZSI6MCwiUGFyZW50U3R5bGUiOm51bGx9LCJQYXJlbnRTdHlsZSI6bnVsbH0sIkRhdGVGb3JtYXQiOnsiJGlkIjoiMz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1MiIsIkZvcm1hdCI6MCwiSXNWaXNpYmxlIjpmYWxzZSwiTGFzdEtub3duVmlzaWJpbGl0eVN0YXRlIjpmYWxzZX0sIklzVmlzaWJsZSI6dHJ1ZSwiUGFyZW50U3R5bGUiOm51bGx9LCJJbmRleCI6OCwiUGVyY2VudGFnZUNvbXBsZXRlIjpudWxsLCJQb3NpdGlvbiI6eyJSYXRpbyI6MC4wLCJJc0N1c3RvbSI6ZmFsc2V9LCJEYXRlRm9ybWF0Ijp7IiRyZWYiOiIzNTEifSwiV2Vla051bWJlcmluZyI6eyIkaWQiOiIzNTMiLCJGb3JtYXQiOjAsIklzVmlzaWJsZSI6ZmFsc2UsIkxhc3RLbm93blZpc2liaWxpdHlTdGF0ZSI6ZmFsc2V9LCJSZWxhdGVkVGFza0lkIjoiODQwZDE5MDYtY2IxMC00YjAxLWJkZTEtNWJiNzhlOGUzMjNiIiwiSWQiOiIzOTk5ZjE4ZS0yYzYxLTQ1NGMtYWRmZC03ZWE0NjNkMjUzNmIiLCJJbXBvcnRJZCI6bnVsbCwiVGl0bGUiOiJLUElzIERlZmluZWQiLCJOb3RlIjpudWxsLCJIeXBlcmxpbmsiOnsiJGlkIjoiMzU0IiwiQWRkcmVzcyI6IiIsIlN1YkFkZHJlc3MiOiIifSwiSXNDaGFuZ2VkIjpmYWxzZSwiSXNOZXciOmZhbHNlfV0sIlRhc2tEZWZpbml0aW9uIjp7IiRpZCI6IjM1NSIsIkdyb3VwTmFtZSI6bnVsbCwiU3RhcnREYXRlIjoiMjAyMi0wMi0yM1QxNDozNjowMFoiLCJFbmREYXRlIjoiMjAyMi0wNC0wN1QwMDoyNDowMFoiLCJQZXJjZW50YWdlQ29tcGxldGUiOjEwMC4wLCJTdHlsZSI6eyIkaWQiOiIzNTYiLCJTaGFwZSI6NywiU2hhcGVUaGlja25lc3MiOjAsIkR1cmF0aW9uRm9ybWF0IjowLCJJbmNsdWRlTm9uV29ya2luZ0RheXNJbkR1cmF0aW9uIjpmYWxzZSwiUGVyY2VudGFnZUNvbXBsZXRlU3R5bGUiOnsiJGlkIjoiMzU3IiwiRm9udFNldHRpbmdzIjp7IiRpZCI6IjM1OCIsIkZvbnRTaXplIjoxMCwiRm9udE5hbWUiOiJDYWxpYnJpIiwiSXNCb2xkIjp0cnVlLCJJc0l0YWxpYyI6ZmFsc2UsIklzVW5kZXJsaW5lZCI6ZmFsc2UsIlBhcmVudFN0eWxlIjpudWxsfSwiQXV0b1NpemUiOjAsIkZvcmVncm91bmQiOnsiJGlkIjoiMzU5IiwiQ29sb3IiOnsiJGlkIjoiMzYwIiwiQSI6MjU1LCJSIjoxMjcsIkciOjk2LCJCIjowfX0sIk1heFdpZHRoIjoyMDAuMCwiTWF4SGVpZ2h0IjoiSW5maW5pdHkiLCJTbWFydEZvcmVncm91bmRJc0FjdGl2ZSI6ZmFsc2UsIkhvcml6b250YWxBbGlnbm1lbnQiOjIsIlZlcnRpY2FsQWxpZ25tZW50IjowLCJTbWFydEZvcmVncm91bmQiOm51bGwsIkJhY2tncm91bmRGaWxsVHlwZSI6MCwiTWFyZ2luIjp7IiRpZCI6IjM2MSIsIlRvcCI6MC4wLCJMZWZ0IjowLjAsIlJpZ2h0IjowLjAsIkJvdHRvbSI6MC4wfSwiUGFkZGluZyI6eyIkaWQiOiIzNjIiLCJUb3AiOjAuMCwiTGVmdCI6MC4wLCJSaWdodCI6MC4wLCJCb3R0b20iOjAuMH0sIkJhY2tncm91bmQiOnsiJGlkIjoiMzYzIiwiQ29sb3IiOnsiJGlkIjoiMzY0IiwiQSI6ODksIlIiOjAsIkciOjAsIkIiOjB9fSwiSXNWaXNpYmxlIjp0cnVlLCJXaWR0aCI6MC4wLCJIZWlnaHQiOjAuMCwiQm9yZGVyU3R5bGUiOnsiJGlkIjoiMzY1IiwiTGluZUNvbG9yIjpudWxsLCJMaW5lV2VpZ2h0IjowLjAsIkxpbmVUeXBlIjowLCJQYXJlbnRTdHlsZSI6bnVsbH0sIlBhcmVudFN0eWxlIjpudWxsfSwiRHVyYXRpb25TdHlsZSI6eyIkaWQiOiIzNjYiLCJGb250U2V0dGluZ3MiOnsiJGlkIjoiMzY3IiwiRm9udFNpemUiOjEwLCJGb250TmFtZSI6IkNhbGlicmkiLCJJc0JvbGQiOmZhbHNlLCJJc0l0YWxpYyI6ZmFsc2UsIklzVW5kZXJsaW5lZCI6ZmFsc2UsIlBhcmVudFN0eWxlIjpudWxsfSwiQXV0b1NpemUiOjAsIkZvcmVncm91bmQiOnsiJGlkIjoiMzY4IiwiQ29sb3IiOnsiJGlkIjoiMzY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cwIiwiVG9wIjowLjAsIkxlZnQiOjAuMCwiUmlnaHQiOjAuMCwiQm90dG9tIjowLjB9LCJQYWRkaW5nIjp7IiRpZCI6IjM3MSIsIlRvcCI6MC4wLCJMZWZ0IjowLjAsIlJpZ2h0IjowLjAsIkJvdHRvbSI6MC4wfSwiQmFja2dyb3VuZCI6eyIkaWQiOiIzNzIiLCJDb2xvciI6eyIkaWQiOiIzNzMiLCJBIjo4OSwiUiI6MCwiRyI6MCwiQiI6MH19LCJJc1Zpc2libGUiOnRydWUsIldpZHRoIjowLjAsIkhlaWdodCI6MC4wLCJCb3JkZXJTdHlsZSI6eyIkaWQiOiIzNzQiLCJMaW5lQ29sb3IiOm51bGwsIkxpbmVXZWlnaHQiOjAuMCwiTGluZVR5cGUiOjAsIlBhcmVudFN0eWxlIjpudWxsfSwiUGFyZW50U3R5bGUiOm51bGx9LCJIb3Jpem9udGFsQ29ubmVjdG9yU3R5bGUiOnsiJGlkIjoiMzc1IiwiTGluZUNvbG9yIjp7IiRpZCI6IjM3NiIsIiR0eXBlIjoiTkxSRS5Db21tb24uRG9tLlNvbGlkQ29sb3JCcnVzaCwgTkxSRS5Db21tb24iLCJDb2xvciI6eyIkaWQiOiIzNzciLCJBIjoyNTUsIlIiOjIwNCwiRyI6MjA0LCJCIjoyMDR9fSwiTGluZVdlaWdodCI6MS4wLCJMaW5lVHlwZSI6MCwiUGFyZW50U3R5bGUiOm51bGx9LCJWZXJ0aWNhbENvbm5lY3RvclN0eWxlIjp7IiRpZCI6IjM3OCIsIkxpbmVDb2xvciI6eyIkaWQiOiIzNzkiLCIkdHlwZSI6Ik5MUkUuQ29tbW9uLkRvbS5Tb2xpZENvbG9yQnJ1c2gsIE5MUkUuQ29tbW9uIiwiQ29sb3IiOnsiJGlkIjoiMzgw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zLCJTcGFjaW5nIjozLCJJc0JlbG93VGltZWJhbmQiOnRydWUsIlBlcmNlbnRhZ2VDb21wbGV0ZVNoYXBlT3BhY2l0eSI6MzUsIlNoYXBlU3R5bGUiOnsiJGlkIjoiMzgxIiwiTWFyZ2luIjp7IiRpZCI6IjM4MiIsIlRvcCI6MC4wLCJMZWZ0Ijo0LjAsIlJpZ2h0Ijo0LjAsIkJvdHRvbSI6MC4wfSwiUGFkZGluZyI6eyIkaWQiOiIzODMiLCJUb3AiOjAuMCwiTGVmdCI6MC4wLCJSaWdodCI6MC4wLCJCb3R0b20iOjAuMH0sIkJhY2tncm91bmQiOnsiJGlkIjoiMzg0IiwiQ29sb3IiOnsiJGlkIjoiMzg1IiwiQSI6MjU1LCJSIjoyNTUsIkciOjE5MiwiQiI6MH19LCJJc1Zpc2libGUiOnRydWUsIldpZHRoIjowLjAsIkhlaWdodCI6MTAuMCwiQm9yZGVyU3R5bGUiOnsiJGlkIjoiMzg2IiwiTGluZUNvbG9yIjp7IiRpZCI6IjM4NyIsIiR0eXBlIjoiTkxSRS5Db21tb24uRG9tLlNvbGlkQ29sb3JCcnVzaCwgTkxSRS5Db21tb24iLCJDb2xvciI6eyIkaWQiOiIzODgiLCJBIjoyNTUsIlIiOjI1NSwiRyI6MCwiQiI6MH19LCJMaW5lV2VpZ2h0IjowLjAsIkxpbmVUeXBlIjowLCJQYXJlbnRTdHlsZSI6bnVsbH0sIlBhcmVudFN0eWxlIjpudWxsfSwiVGl0bGVTdHlsZSI6eyIkaWQiOiIzODkiLCJGb250U2V0dGluZ3MiOnsiJGlkIjoiMzkwIiwiRm9udFNpemUiOjExLCJGb250TmFtZSI6IkNhbGlicmkiLCJJc0JvbGQiOnRydWUsIklzSXRhbGljIjpmYWxzZSwiSXNVbmRlcmxpbmVkIjpmYWxzZSwiUGFyZW50U3R5bGUiOm51bGx9LCJBdXRvU2l6ZSI6MCwiRm9yZWdyb3VuZCI6eyIkaWQiOiIzOTEiLCJDb2xvciI6eyIkaWQiOiIzOTI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zkzIiwiVG9wIjowLjAsIkxlZnQiOjAuMCwiUmlnaHQiOjAuMCwiQm90dG9tIjowLjB9LCJQYWRkaW5nIjp7IiRpZCI6IjM5NCIsIlRvcCI6MC4wLCJMZWZ0IjowLjAsIlJpZ2h0IjowLjAsIkJvdHRvbSI6MC4wfSwiQmFja2dyb3VuZCI6eyIkaWQiOiIzOTUiLCJDb2xvciI6eyIkaWQiOiIzOTYiLCJBIjowLCJSIjoyNTUsIkciOjI1NSwiQiI6MjU1fX0sIklzVmlzaWJsZSI6dHJ1ZSwiV2lkdGgiOjAuMCwiSGVpZ2h0IjowLjAsIkJvcmRlclN0eWxlIjp7IiRpZCI6IjM5NyIsIkxpbmVDb2xvciI6bnVsbCwiTGluZVdlaWdodCI6MC4wLCJMaW5lVHlwZSI6MCwiUGFyZW50U3R5bGUiOm51bGx9LCJQYXJlbnRTdHlsZSI6bnVsbH0sIkRhdGVTdHlsZSI6eyIkaWQiOiIzOTgiLCJGb250U2V0dGluZ3MiOnsiJGlkIjoiMzk5IiwiRm9udFNpemUiOjEwLCJGb250TmFtZSI6IkNhbGlicmkiLCJJc0JvbGQiOmZhbHNlLCJJc0l0YWxpYyI6ZmFsc2UsIklzVW5kZXJsaW5lZCI6ZmFsc2UsIlBhcmVudFN0eWxlIjpudWxsfSwiQXV0b1NpemUiOjAsIkZvcmVncm91bmQiOnsiJGlkIjoiNDAwIiwiQ29sb3IiOnsiJGlkIjoiNDA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DIiLCJUb3AiOjAuMCwiTGVmdCI6MC4wLCJSaWdodCI6MC4wLCJCb3R0b20iOjAuMH0sIlBhZGRpbmciOnsiJGlkIjoiNDAzIiwiVG9wIjowLjAsIkxlZnQiOjAuMCwiUmlnaHQiOjAuMCwiQm90dG9tIjowLjB9LCJCYWNrZ3JvdW5kIjp7IiRpZCI6IjQwNCIsIkNvbG9yIjp7IiRyZWYiOiIzNzMifX0sIklzVmlzaWJsZSI6dHJ1ZSwiV2lkdGgiOjAuMCwiSGVpZ2h0IjowLjAsIkJvcmRlclN0eWxlIjp7IiRpZCI6IjQwNSIsIkxpbmVDb2xvciI6bnVsbCwiTGluZVdlaWdodCI6MC4wLCJMaW5lVHlwZSI6MCwiUGFyZW50U3R5bGUiOm51bGx9LCJQYXJlbnRTdHlsZSI6bnVsbH0sIkRhdGVGb3JtYXQiOnsiJGlkIjoiND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NyIsIkZvcm1hdCI6MCwiSXNWaXNpYmxlIjpmYWxzZSwiTGFzdEtub3duVmlzaWJpbGl0eVN0YXRlIjpmYWxzZX0sIklzVmlzaWJsZSI6dHJ1ZSwiUGFyZW50U3R5bGUiOm51bGx9LCJJbmRleCI6NywiU21hcnREdXJhdGlvbkFjdGl2YXRlZCI6ZmFsc2UsIkRhdGVGb3JtYXQiOnsiJHJlZiI6IjQwNiJ9LCJXZWVrTnVtYmVyaW5nIjp7IiRpZCI6IjQwOCIsIkZvcm1hdCI6MCwiSXNWaXNpYmxlIjpmYWxzZSwiTGFzdEtub3duVmlzaWJpbGl0eVN0YXRlIjpmYWxzZX0sIklkIjoiODQwZDE5MDYtY2IxMC00YjAxLWJkZTEtNWJiNzhlOGUzMjNiIiwiSW1wb3J0SWQiOm51bGwsIlRpdGxlIjoiR29hbHMiLCJOb3RlIjpudWxsLCJIeXBlcmxpbmsiOnsiJGlkIjoiNDA5IiwiQWRkcmVzcyI6IiIsIlN1YkFkZHJlc3MiOiIifSwiSXNDaGFuZ2VkIjpmYWxzZSwiSXNOZXciOmZhbHNlfX1dLCJfbWlsZXN0b25lcyI6W10sIklkIjoiNTc5MTUxNWYtODBhZC00ZjU1LWJkZDMtYzIzMjY4NzgyNDI4IiwiSXNTaW5nbGVJdGVtUm93IjpmYWxzZX1dLCJJbmRleCI6MCwiSWQiOiJjYTM1YzdkOS1lNGQ4LTRkNjUtYTNlOS1iYjhiN2MyNzc0MzUiLCJIZWFkZXJUZXh0IjoiIiwiSXNEZWZhdWx0Ijp0cnVlLCJTdHlsZSI6eyIkaWQiOiI0MTAiLCJIZWFkZXJTdHlsZSI6eyIkaWQiOiI0MTEiLCJUZXh0U3R5bGUiOnsiJGlkIjoiNDEyIiwiRm9udFNldHRpbmdzIjp7IiRpZCI6IjQxMyIsIkZvbnRTaXplIjoxMSwiRm9udE5hbWUiOiJDYWxpYnJpIiwiSXNCb2xkIjpmYWxzZSwiSXNJdGFsaWMiOmZhbHNlLCJJc1VuZGVybGluZWQiOmZhbHNlLCJQYXJlbnRTdHlsZSI6bnVsbH0sIkF1dG9TaXplIjoyLCJGb3JlZ3JvdW5kIjp7IiRpZCI6IjQxNCIsIkNvbG9yIjp7IiRpZCI6IjQxNSIsIkEiOjI1NSwiUiI6MCwiRyI6MCwiQiI6MH19LCJNYXhXaWR0aCI6MC4wLCJNYXhIZWlnaHQiOiJJbmZpbml0eSIsIlNtYXJ0Rm9yZWdyb3VuZElzQWN0aXZlIjpmYWxzZSwiSG9yaXpvbnRhbEFsaWdubWVudCI6MCwiVmVydGljYWxBbGlnbm1lbnQiOjAsIlNtYXJ0Rm9yZWdyb3VuZCI6bnVsbCwiQmFja2dyb3VuZEZpbGxUeXBlIjowLCJNYXJnaW4iOnsiJGlkIjoiNDE2IiwiVG9wIjowLjAsIkxlZnQiOjAuMCwiUmlnaHQiOjAuMCwiQm90dG9tIjowLjB9LCJQYWRkaW5nIjp7IiRpZCI6IjQxNyIsIlRvcCI6MC4wLCJMZWZ0IjowLjAsIlJpZ2h0IjowLjAsIkJvdHRvbSI6MC4wfSwiQmFja2dyb3VuZCI6bnVsbCwiSXNWaXNpYmxlIjp0cnVlLCJXaWR0aCI6MC4wLCJIZWlnaHQiOjAuMCwiQm9yZGVyU3R5bGUiOm51bGwsIlBhcmVudFN0eWxlIjpudWxsfSwiUmVjdGFuZ2xlU3R5bGUiOnsiJGlkIjoiNDE4IiwiTWFyZ2luIjp7IiRpZCI6IjQxOSIsIlRvcCI6MC4wLCJMZWZ0IjowLjAsIlJpZ2h0IjowLjAsIkJvdHRvbSI6MC4wfSwiUGFkZGluZyI6eyIkaWQiOiI0MjAiLCJUb3AiOjAuMCwiTGVmdCI6MC4wLCJSaWdodCI6MC4wLCJCb3R0b20iOjAuMH0sIkJhY2tncm91bmQiOnsiJGlkIjoiNDIxIiwiQ29sb3IiOnsiJGlkIjoiNDIyIiwiQSI6NjMsIlIiOjI1NSwiRyI6MTkyLCJCIjowfX0sIklzVmlzaWJsZSI6dHJ1ZSwiV2lkdGgiOjAuMCwiSGVpZ2h0IjowLjAsIkJvcmRlclN0eWxlIjp7IiRpZCI6IjQyMyIsIkxpbmVDb2xvciI6eyIkaWQiOiI0MjQiLCIkdHlwZSI6Ik5MUkUuQ29tbW9uLkRvbS5Tb2xpZENvbG9yQnJ1c2gsIE5MUkUuQ29tbW9uIiwiQ29sb3IiOnsiJGlkIjoiNDI1IiwiQSI6MjU1LCJSIjoyNTUsIkciOjAsIkIiOjB9fSwiTGluZVdlaWdodCI6MC4wLCJMaW5lVHlwZSI6MCwiUGFyZW50U3R5bGUiOm51bGx9LCJQYXJlbnRTdHlsZSI6bnVsbH0sIk1hcmdpbiI6eyIkaWQiOiI0MjYiLCJUb3AiOjAuMCwiTGVmdCI6MC4wLCJSaWdodCI6MC4wLCJCb3R0b20iOjAuMH0sIlBhZGRpbmciOnsiJGlkIjoiNDI3IiwiVG9wIjowLjAsIkxlZnQiOjAuMCwiUmlnaHQiOjAuMCwiQm90dG9tIjowLjB9LCJCYWNrZ3JvdW5kIjpudWxsLCJJc1Zpc2libGUiOnRydWUsIldpZHRoIjowLjAsIkhlaWdodCI6MC4wLCJCb3JkZXJTdHlsZSI6bnVsbCwiUGFyZW50U3R5bGUiOm51bGx9LCJCYWNrZ3JvdW5kU3R5bGUiOnsiJGlkIjoiNDI4IiwiTWFyZ2luIjp7IiRpZCI6IjQyOSIsIlRvcCI6MC4wLCJMZWZ0IjowLjAsIlJpZ2h0IjowLjAsIkJvdHRvbSI6MC4wfSwiUGFkZGluZyI6eyIkaWQiOiI0MzAiLCJUb3AiOjAuMCwiTGVmdCI6MC4wLCJSaWdodCI6MC4wLCJCb3R0b20iOjAuMH0sIkJhY2tncm91bmQiOnsiJGlkIjoiNDMxIiwiQ29sb3IiOnsiJGlkIjoiNDMyIiwiQSI6MzgsIlIiOjI1NSwiRyI6MTkyLCJCIjowfX0sIklzVmlzaWJsZSI6dHJ1ZSwiV2lkdGgiOjAuMCwiSGVpZ2h0IjowLjAsIkJvcmRlclN0eWxlIjp7IiRpZCI6IjQzMyIsIkxpbmVDb2xvciI6eyIkaWQiOiI0MzQiLCIkdHlwZSI6Ik5MUkUuQ29tbW9uLkRvbS5Tb2xpZENvbG9yQnJ1c2gsIE5MUkUuQ29tbW9uIiwiQ29sb3IiOnsiJGlkIjoiNDM1IiwiQSI6MjU1LCJSIjoyMzQsIkciOjIyLCJCIjozMH19LCJMaW5lV2VpZ2h0IjowLjAsIkxpbmVUeXBlIjowLCJQYXJlbnRTdHlsZSI6bnVsbH0sIlBhcmVudFN0eWxlIjpudWxsfSwiTWFyZ2luIjp7IiRpZCI6IjQzNiIsIlRvcCI6MC4wLCJMZWZ0IjowLjAsIlJpZ2h0IjowLjAsIkJvdHRvbSI6MC4wfSwiUGFkZGluZyI6eyIkaWQiOiI0MzciLCJUb3AiOjAuMCwiTGVmdCI6MC4wLCJSaWdodCI6MC4wLCJCb3R0b20iOjAuMH0sIklzVmlzaWJsZSI6dHJ1ZSwiV2lkdGgiOjAuMCwiSGVpZ2h0IjowLjAsIkJvcmRlclN0eWxlIjp7IiRpZCI6IjQzOCIsIkxpbmVDb2xvciI6bnVsbCwiTGluZVdlaWdodCI6MC4wLCJMaW5lVHlwZSI6MCwiUGFyZW50U3R5bGUiOm51bGx9LCJQYXJlbnRTdHlsZSI6bnVsbH19XSwiSWQiOiI5Y2YwYjlhMy1iNDA2LTQ4NjktYjlhZS03NDhmYjVlZmJiNTEiLCJJbmRleCI6MCwiSGVhZGVyVGV4dCI6IlBsYW5uaW5nIiwiU3R5bGUiOnsiJGlkIjoiNDM5IiwiU3R5bGVJZCI6IjAwMDAwMDAwLTAwMDAtMDAwMC0wMDAwLTAwMDAwMDAwMDAwMCIsIkhlYWRlclN0eWxlIjp7IiRpZCI6IjQ0MCIsIlRleHRJc1ZlcnRpY2FsIjpmYWxzZSwiVGV4dFN0eWxlIjp7IiRpZCI6IjQ0MSIsIkZvbnRTZXR0aW5ncyI6eyIkaWQiOiI0NDIiLCJGb250U2l6ZSI6MTIsIkZvbnROYW1lIjoiQ2FsaWJyaSIsIklzQm9sZCI6dHJ1ZSwiSXNJdGFsaWMiOmZhbHNlLCJJc1VuZGVybGluZWQiOmZhbHNlLCJQYXJlbnRTdHlsZSI6bnVsbH0sIkF1dG9TaXplIjoyLCJGb3JlZ3JvdW5kIjp7IiRpZCI6IjQ0MyIsIkNvbG9yIjp7IiRpZCI6IjQ0NCIsIkEiOjI1NSwiUiI6MjU1LCJHIjoyNTUsIkIiOjI1NX19LCJNYXhXaWR0aCI6ODYuODgwMDAwMDAwMDAwMDEsIk1heEhlaWdodCI6IkluZmluaXR5IiwiU21hcnRGb3JlZ3JvdW5kSXNBY3RpdmUiOmZhbHNlLCJIb3Jpem9udGFsQWxpZ25tZW50IjowLCJWZXJ0aWNhbEFsaWdubWVudCI6MCwiU21hcnRGb3JlZ3JvdW5kIjpudWxsLCJCYWNrZ3JvdW5kRmlsbFR5cGUiOjAsIk1hcmdpbiI6eyIkaWQiOiI0NDUiLCJUb3AiOjAuMCwiTGVmdCI6MC4wLCJSaWdodCI6MC4wLCJCb3R0b20iOjAuMH0sIlBhZGRpbmciOnsiJGlkIjoiNDQ2IiwiVG9wIjowLjAsIkxlZnQiOjAuMCwiUmlnaHQiOjAuMCwiQm90dG9tIjowLjB9LCJCYWNrZ3JvdW5kIjpudWxsLCJJc1Zpc2libGUiOmZhbHNlLCJXaWR0aCI6MC4wLCJIZWlnaHQiOjAuMCwiQm9yZGVyU3R5bGUiOm51bGwsIlBhcmVudFN0eWxlIjpudWxsfSwiUmVjdGFuZ2xlU3R5bGUiOnsiJGlkIjoiNDQ3IiwiTWFyZ2luIjp7IiRpZCI6IjQ0OCIsIlRvcCI6MC4wLCJMZWZ0IjowLjAsIlJpZ2h0IjowLjAsIkJvdHRvbSI6MC4wfSwiUGFkZGluZyI6eyIkaWQiOiI0NDkiLCJUb3AiOjAuMCwiTGVmdCI6MC4wLCJSaWdodCI6MC4wLCJCb3R0b20iOjAuMH0sIkJhY2tncm91bmQiOnsiJGlkIjoiNDUwIiwiQ29sb3IiOnsiJGlkIjoiNDUxIiwiQSI6MjU1LCJSIjoyNTUsIkciOjE5MiwiQiI6MH19LCJJc1Zpc2libGUiOnRydWUsIldpZHRoIjowLjAsIkhlaWdodCI6MC4wLCJCb3JkZXJTdHlsZSI6eyIkaWQiOiI0NTIiLCJMaW5lQ29sb3IiOnsiJGlkIjoiNDUzIiwiJHR5cGUiOiJOTFJFLkNvbW1vbi5Eb20uU29saWRDb2xvckJydXNoLCBOTFJFLkNvbW1vbiIsIkNvbG9yIjp7IiRpZCI6IjQ1NCIsIkEiOjI1NSwiUiI6MjIsIkciOjI4LCJCIjozNX19LCJMaW5lV2VpZ2h0IjowLjAsIkxpbmVUeXBlIjowLCJQYXJlbnRTdHlsZSI6bnVsbH0sIlBhcmVudFN0eWxlIjpudWxsfSwiTWFyZ2luIjp7IiRpZCI6IjQ1NSIsIlRvcCI6MC4wLCJMZWZ0IjowLjAsIlJpZ2h0IjowLjAsIkJvdHRvbSI6MC4wfSwiUGFkZGluZyI6eyIkaWQiOiI0NTYiLCJUb3AiOjAuMCwiTGVmdCI6MC4wLCJSaWdodCI6MC4wLCJCb3R0b20iOjAuMH0sIkJhY2tncm91bmQiOm51bGwsIklzVmlzaWJsZSI6dHJ1ZSwiV2lkdGgiOjAuMCwiSGVpZ2h0IjowLjAsIkJvcmRlclN0eWxlIjpudWxsLCJQYXJlbnRTdHlsZSI6bnVsbH0sIkJhY2tncm91bmRTdHlsZSI6eyIkaWQiOiI0NTciLCJNYXJnaW4iOnsiJGlkIjoiNDU4IiwiVG9wIjowLjAsIkxlZnQiOjAuMCwiUmlnaHQiOjAuMCwiQm90dG9tIjowLjB9LCJQYWRkaW5nIjp7IiRpZCI6IjQ1OSIsIlRvcCI6MC4wLCJMZWZ0IjowLjAsIlJpZ2h0IjowLjAsIkJvdHRvbSI6MC4wfSwiQmFja2dyb3VuZCI6eyIkaWQiOiI0NjAiLCJDb2xvciI6eyIkaWQiOiI0NjEiLCJBIjozOCwiUiI6MjU1LCJHIjoxOTIsIkIiOjB9fSwiSXNWaXNpYmxlIjp0cnVlLCJXaWR0aCI6MC4wLCJIZWlnaHQiOjAuMCwiQm9yZGVyU3R5bGUiOnsiJGlkIjoiNDYyIiwiTGluZUNvbG9yIjp7IiRpZCI6IjQ2MyIsIiR0eXBlIjoiTkxSRS5Db21tb24uRG9tLlNvbGlkQ29sb3JCcnVzaCwgTkxSRS5Db21tb24iLCJDb2xvciI6eyIkaWQiOiI0NjQiLCJBIjoyNTUsIlIiOjIyLCJHIjoyOCwiQiI6MzV9fSwiTGluZVdlaWdodCI6MC4wLCJMaW5lVHlwZSI6MCwiUGFyZW50U3R5bGUiOm51bGx9LCJQYXJlbnRTdHlsZSI6bnVsbH0sIklzQWJvdmVUaW1lYmFuZCI6ZmFsc2UsIlNwYWNpbmciOjUsIkRlZmF1bHRTd2ltbGFuZVRhc2tTdHlsZSI6eyIkaWQiOiI0NjUiLCIkdHlwZSI6Ik5MUkUuQ29tbW9uLkRvbS5TdHlsZXMuRXhwbGljaXRTZXRhYmxlVGFza1N0eWxlLCBOTFJFLkNvbW1vbiIsIlNoYXBlIjo3LCJTaGFwZVRoaWNrbmVzcyI6MCwiRHVyYXRpb25Gb3JtYXQiOjAsIkluY2x1ZGVOb25Xb3JraW5nRGF5c0luRHVyYXRpb24iOmZhbHNlLCJQZXJjZW50YWdlQ29tcGxldGVTdHlsZSI6eyIkaWQiOiI0NjYiLCJGb250U2V0dGluZ3MiOnsiJGlkIjoiNDY3IiwiRm9udFNpemUiOjEwLCJGb250TmFtZSI6IkNhbGlicmkiLCJJc0JvbGQiOnRydWUsIklzSXRhbGljIjpmYWxzZSwiSXNVbmRlcmxpbmVkIjpmYWxzZSwiUGFyZW50U3R5bGUiOm51bGx9LCJBdXRvU2l6ZSI6MCwiRm9yZWdyb3VuZCI6eyIkaWQiOiI0NjgiLCJDb2xvciI6eyIkaWQiOiI0Njk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NDcwIiwiVG9wIjowLjAsIkxlZnQiOjAuMCwiUmlnaHQiOjAuMCwiQm90dG9tIjowLjB9LCJQYWRkaW5nIjp7IiRpZCI6IjQ3MSIsIlRvcCI6MC4wLCJMZWZ0IjowLjAsIlJpZ2h0IjowLjAsIkJvdHRvbSI6MC4wfSwiQmFja2dyb3VuZCI6eyIkaWQiOiI0NzIiLCJDb2xvciI6eyIkaWQiOiI0NzMiLCJBIjo4OSwiUiI6MCwiRyI6MCwiQiI6MH19LCJJc1Zpc2libGUiOnRydWUsIldpZHRoIjowLjAsIkhlaWdodCI6MC4wLCJCb3JkZXJTdHlsZSI6eyIkaWQiOiI0NzQiLCJMaW5lQ29sb3IiOm51bGwsIkxpbmVXZWlnaHQiOjAuMCwiTGluZVR5cGUiOjAsIlBhcmVudFN0eWxlIjpudWxsfSwiUGFyZW50U3R5bGUiOm51bGx9LCJEdXJhdGlvblN0eWxlIjp7IiRpZCI6IjQ3NSIsIkZvbnRTZXR0aW5ncyI6eyIkaWQiOiI0NzYiLCJGb250U2l6ZSI6MTAsIkZvbnROYW1lIjoiQ2FsaWJyaSIsIklzQm9sZCI6ZmFsc2UsIklzSXRhbGljIjpmYWxzZSwiSXNVbmRlcmxpbmVkIjpmYWxzZSwiUGFyZW50U3R5bGUiOm51bGx9LCJBdXRvU2l6ZSI6MCwiRm9yZWdyb3VuZCI6eyIkaWQiOiI0NzciLCJDb2xvciI6eyIkaWQiOiI0Nz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NzkiLCJUb3AiOjAuMCwiTGVmdCI6MC4wLCJSaWdodCI6MC4wLCJCb3R0b20iOjAuMH0sIlBhZGRpbmciOnsiJGlkIjoiNDgwIiwiVG9wIjowLjAsIkxlZnQiOjAuMCwiUmlnaHQiOjAuMCwiQm90dG9tIjowLjB9LCJCYWNrZ3JvdW5kIjp7IiRpZCI6IjQ4MSIsIkNvbG9yIjp7IiRpZCI6IjQ4MiIsIkEiOjg5LCJSIjowLCJHIjowLCJCIjowfX0sIklzVmlzaWJsZSI6dHJ1ZSwiV2lkdGgiOjAuMCwiSGVpZ2h0IjowLjAsIkJvcmRlclN0eWxlIjp7IiRpZCI6IjQ4MyIsIkxpbmVDb2xvciI6bnVsbCwiTGluZVdlaWdodCI6MC4wLCJMaW5lVHlwZSI6MCwiUGFyZW50U3R5bGUiOm51bGx9LCJQYXJlbnRTdHlsZSI6bnVsbH0sIkhvcml6b250YWxDb25uZWN0b3JTdHlsZSI6eyIkaWQiOiI0ODQiLCJMaW5lQ29sb3IiOnsiJGlkIjoiNDg1IiwiJHR5cGUiOiJOTFJFLkNvbW1vbi5Eb20uU29saWRDb2xvckJydXNoLCBOTFJFLkNvbW1vbiIsIkNvbG9yIjp7IiRpZCI6IjQ4NiIsIkEiOjI1NSwiUiI6MjA0LCJHIjoyMDQsIkIiOjIwNH19LCJMaW5lV2VpZ2h0IjoxLjAsIkxpbmVUeXBlIjowLCJQYXJlbnRTdHlsZSI6bnVsbH0sIlZlcnRpY2FsQ29ubmVjdG9yU3R5bGUiOnsiJGlkIjoiNDg3IiwiTGluZUNvbG9yIjp7IiRpZCI6IjQ4OCIsIiR0eXBlIjoiTkxSRS5Db21tb24uRG9tLlNvbGlkQ29sb3JCcnVzaCwgTkxSRS5Db21tb24iLCJDb2xvciI6eyIkaWQiOiI0ODk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U2hhcGVTdHlsZSI6eyIkaWQiOiI0OTAiLCJNYXJnaW4iOnsiJGlkIjoiNDkxIiwiVG9wIjowLjAsIkxlZnQiOjQuMCwiUmlnaHQiOjQuMCwiQm90dG9tIjowLjB9LCJQYWRkaW5nIjp7IiRpZCI6IjQ5MiIsIlRvcCI6MC4wLCJMZWZ0IjowLjAsIlJpZ2h0IjowLjAsIkJvdHRvbSI6MC4wfSwiQmFja2dyb3VuZCI6eyIkaWQiOiI0OTMiLCJDb2xvciI6eyIkaWQiOiI0OTQiLCJBIjoyNTUsIlIiOjI1NSwiRyI6MTkyLCJCIjowfX0sIklzVmlzaWJsZSI6dHJ1ZSwiV2lkdGgiOjAuMCwiSGVpZ2h0IjoxMC4wLCJCb3JkZXJTdHlsZSI6eyIkaWQiOiI0OTUiLCJMaW5lQ29sb3IiOnsiJGlkIjoiNDk2IiwiJHR5cGUiOiJOTFJFLkNvbW1vbi5Eb20uU29saWRDb2xvckJydXNoLCBOTFJFLkNvbW1vbiIsIkNvbG9yIjp7IiRpZCI6IjQ5NyIsIkEiOjI1NSwiUiI6MjM0LCJHIjoyMiwiQiI6MzB9fSwiTGluZVdlaWdodCI6MC4wLCJMaW5lVHlwZSI6MCwiUGFyZW50U3R5bGUiOm51bGx9LCJQYXJlbnRTdHlsZSI6bnVsbH0sIlRpdGxlU3R5bGUiOnsiJGlkIjoiNDk4IiwiRm9udFNldHRpbmdzIjp7IiRpZCI6IjQ5OSIsIkZvbnRTaXplIjoxMSwiRm9udE5hbWUiOiJDYWxpYnJpIiwiSXNCb2xkIjp0cnVlLCJJc0l0YWxpYyI6ZmFsc2UsIklzVW5kZXJsaW5lZCI6ZmFsc2UsIlBhcmVudFN0eWxlIjpudWxsfSwiQXV0b1NpemUiOjAsIkZvcmVncm91bmQiOnsiJGlkIjoiNTAwIiwiQ29sb3IiOnsiJGlkIjoiNTA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UwMiIsIlRvcCI6MC4wLCJMZWZ0IjowLjAsIlJpZ2h0IjowLjAsIkJvdHRvbSI6MC4wfSwiUGFkZGluZyI6eyIkaWQiOiI1MDMiLCJUb3AiOjAuMCwiTGVmdCI6MC4wLCJSaWdodCI6MC4wLCJCb3R0b20iOjAuMH0sIkJhY2tncm91bmQiOnsiJGlkIjoiNTA0IiwiQ29sb3IiOnsiJGlkIjoiNTA1IiwiQSI6MCwiUiI6MjU1LCJHIjoyNTUsIkIiOjI1NX19LCJJc1Zpc2libGUiOnRydWUsIldpZHRoIjowLjAsIkhlaWdodCI6MC4wLCJCb3JkZXJTdHlsZSI6eyIkaWQiOiI1MDYiLCJMaW5lQ29sb3IiOm51bGwsIkxpbmVXZWlnaHQiOjAuMCwiTGluZVR5cGUiOjAsIlBhcmVudFN0eWxlIjpudWxsfSwiUGFyZW50U3R5bGUiOm51bGx9LCJEYXRlU3R5bGUiOnsiJGlkIjoiNTA3IiwiRm9udFNldHRpbmdzIjp7IiRpZCI6IjUwOCIsIkZvbnRTaXplIjoxMCwiRm9udE5hbWUiOiJDYWxpYnJpIiwiSXNCb2xkIjpmYWxzZSwiSXNJdGFsaWMiOmZhbHNlLCJJc1VuZGVybGluZWQiOmZhbHNlLCJQYXJlbnRTdHlsZSI6bnVsbH0sIkF1dG9TaXplIjowLCJGb3JlZ3JvdW5kIjp7IiRpZCI6IjUwOSIsIkNvbG9yIjp7IiRpZCI6IjU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ExIiwiVG9wIjowLjAsIkxlZnQiOjAuMCwiUmlnaHQiOjAuMCwiQm90dG9tIjowLjB9LCJQYWRkaW5nIjp7IiRpZCI6IjUxMiIsIlRvcCI6MC4wLCJMZWZ0IjowLjAsIlJpZ2h0IjowLjAsIkJvdHRvbSI6MC4wfSwiQmFja2dyb3VuZCI6eyIkaWQiOiI1MTMiLCJDb2xvciI6eyIkcmVmIjoiNDgyIn19LCJJc1Zpc2libGUiOnRydWUsIldpZHRoIjowLjAsIkhlaWdodCI6MC4wLCJCb3JkZXJTdHlsZSI6eyIkaWQiOiI1MTQiLCJMaW5lQ29sb3IiOm51bGwsIkxpbmVXZWlnaHQiOjAuMCwiTGluZVR5cGUiOjAsIlBhcmVudFN0eWxlIjpudWxsfSwiUGFyZW50U3R5bGUiOm51bGx9LCJEYXRlRm9ybWF0Ijp7IiRpZCI6IjUx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TYiLCJGb3JtYXQiOjAsIklzVmlzaWJsZSI6ZmFsc2UsIkxhc3RLbm93blZpc2liaWxpdHlTdGF0ZSI6ZmFsc2V9LCJJc1Zpc2libGUiOnRydWUsIlBhcmVudFN0eWxlIjpudWxsLCJfZXhwbGljaXRseVNldCI6eyIkaWQiOiI1MTc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NTE4IiwiU2hhcGUiOjE0LCJDb25uZWN0b3JNYXJnaW4iOnsiJGlkIjoiNTE5IiwiVG9wIjowLjAsIkxlZnQiOjIuMCwiUmlnaHQiOjIuMCwiQm90dG9tIjowLjB9LCJDb25uZWN0b3JTdHlsZSI6eyIkaWQiOiI1MjAiLCJMaW5lQ29sb3IiOnsiJGlkIjoiNTIxIiwiJHR5cGUiOiJOTFJFLkNvbW1vbi5Eb20uU29saWRDb2xvckJydXNoLCBOTFJFLkNvbW1vbiIsIkNvbG9yIjp7IiRpZCI6IjUyMiIsIkEiOjEyNywiUiI6MTI3LCJHIjo5NiwiQiI6MH19LCJMaW5lV2VpZ2h0IjoxLjAsIkxpbmVUeXBlIjowLCJQYXJlbnRTdHlsZSI6bnVsbH0sIklzQmVsb3dUaW1lYmFuZCI6dHJ1ZSwiUG9zaXRpb25PblRhc2siOjMsIkhpZGVEYXRlIjpmYWxzZSwiU2hhcGVTaXplIjoxLCJTcGFjaW5nIjoxLjAsIlBhZGRpbmciOnsiJGlkIjoiNTIzIiwiVG9wIjo3LjAsIkxlZnQiOjMuMCwiUmlnaHQiOjAuMCwiQm90dG9tIjoyLjB9LCJTaGFwZVN0eWxlIjp7IiRpZCI6IjUyNCIsIk1hcmdpbiI6eyIkaWQiOiI1MjUiLCJUb3AiOjAuMCwiTGVmdCI6MC4wLCJSaWdodCI6MC4wLCJCb3R0b20iOjAuMH0sIlBhZGRpbmciOnsiJGlkIjoiNTI2IiwiVG9wIjowLjAsIkxlZnQiOjAuMCwiUmlnaHQiOjAuMCwiQm90dG9tIjowLjB9LCJCYWNrZ3JvdW5kIjp7IiRpZCI6IjUyNyIsIkNvbG9yIjp7IiRpZCI6IjUyOCIsIkEiOjI1NSwiUiI6MTI3LCJHIjo5NiwiQiI6MH19LCJJc1Zpc2libGUiOnRydWUsIldpZHRoIjoxOC4wLCJIZWlnaHQiOjIwLjAsIkJvcmRlclN0eWxlIjp7IiRpZCI6IjUyOSIsIkxpbmVDb2xvciI6eyIkaWQiOiI1MzAiLCIkdHlwZSI6Ik5MUkUuQ29tbW9uLkRvbS5Tb2xpZENvbG9yQnJ1c2gsIE5MUkUuQ29tbW9uIiwiQ29sb3IiOnsiJGlkIjoiNTMxIiwiQSI6MjU1LCJSIjoyMzQsIkciOjIyLCJCIjozMH19LCJMaW5lV2VpZ2h0IjowLjAsIkxpbmVUeXBlIjowLCJQYXJlbnRTdHlsZSI6bnVsbH0sIlBhcmVudFN0eWxlIjpudWxsfSwiVGl0bGVTdHlsZSI6eyIkaWQiOiI1MzIiLCJGb250U2V0dGluZ3MiOnsiJGlkIjoiNTMzIiwiRm9udFNpemUiOjExLCJGb250TmFtZSI6IkNhbGlicmkiLCJJc0JvbGQiOnRydWUsIklzSXRhbGljIjpmYWxzZSwiSXNVbmRlcmxpbmVkIjpmYWxzZSwiUGFyZW50U3R5bGUiOm51bGx9LCJBdXRvU2l6ZSI6MCwiRm9yZWdyb3VuZCI6eyIkaWQiOiI1MzQiLCJDb2xvciI6eyIkaWQiOiI1MzU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TM2IiwiVG9wIjowLjAsIkxlZnQiOjAuMCwiUmlnaHQiOjAuMCwiQm90dG9tIjowLjB9LCJQYWRkaW5nIjp7IiRpZCI6IjUzNyIsIlRvcCI6MC4wLCJMZWZ0IjowLjAsIlJpZ2h0IjowLjAsIkJvdHRvbSI6MC4wfSwiQmFja2dyb3VuZCI6eyIkaWQiOiI1MzgiLCJDb2xvciI6eyIkaWQiOiI1MzkiLCJBIjowLCJSIjoyNTUsIkciOjI1NSwiQiI6MjU1fX0sIklzVmlzaWJsZSI6ZmFsc2UsIldpZHRoIjowLjAsIkhlaWdodCI6MC4wLCJCb3JkZXJTdHlsZSI6eyIkaWQiOiI1NDAiLCJMaW5lQ29sb3IiOm51bGwsIkxpbmVXZWlnaHQiOjAuMCwiTGluZVR5cGUiOjAsIlBhcmVudFN0eWxlIjpudWxsfSwiUGFyZW50U3R5bGUiOm51bGx9LCJEYXRlU3R5bGUiOnsiJGlkIjoiNTQxIiwiRm9udFNldHRpbmdzIjp7IiRpZCI6IjU0MiIsIkZvbnRTaXplIjoxMCwiRm9udE5hbWUiOiJDYWxpYnJpIiwiSXNCb2xkIjpmYWxzZSwiSXNJdGFsaWMiOmZhbHNlLCJJc1VuZGVybGluZWQiOmZhbHNlLCJQYXJlbnRTdHlsZSI6bnVsbH0sIkF1dG9TaXplIjowLCJGb3JlZ3JvdW5kIjp7IiRpZCI6IjU0MyIsIkNvbG9yIjp7IiRpZCI6IjU0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Q1IiwiVG9wIjowLjAsIkxlZnQiOjAuMCwiUmlnaHQiOjAuMCwiQm90dG9tIjowLjB9LCJQYWRkaW5nIjp7IiRpZCI6IjU0NiIsIlRvcCI6MC4wLCJMZWZ0IjowLjAsIlJpZ2h0IjowLjAsIkJvdHRvbSI6MC4wfSwiQmFja2dyb3VuZCI6eyIkaWQiOiI1NDciLCJDb2xvciI6eyIkaWQiOiI1NDgiLCJBIjowLCJSIjoyNTUsIkciOjI1NSwiQiI6MjU1fX0sIklzVmlzaWJsZSI6ZmFsc2UsIldpZHRoIjowLjAsIkhlaWdodCI6MC4wLCJCb3JkZXJTdHlsZSI6eyIkaWQiOiI1NDkiLCJMaW5lQ29sb3IiOm51bGwsIkxpbmVXZWlnaHQiOjAuMCwiTGluZVR5cGUiOjAsIlBhcmVudFN0eWxlIjpudWxsfSwiUGFyZW50U3R5bGUiOm51bGx9LCJEYXRlRm9ybWF0Ijp7IiRpZCI6IjU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TEiLCJGb3JtYXQiOjAsIklzVmlzaWJsZSI6ZmFsc2UsIkxhc3RLbm93blZpc2liaWxpdHlTdGF0ZSI6ZmFsc2V9LCJJc1Zpc2libGUiOnRydWUsIlBhcmVudFN0eWxlIjpudWxsfSwiRGVmYXVsdFN3aW1sYW5lTWlsZXN0b25lU3R5bGUiOnsiJGlkIjoiNTUyIiwiVGl0bGVQb3NpdGlvbiI6IlJpZ2h0IiwiRGF0ZVBvc2l0aW9uIjoiTGVmdCIsIlNoYXBlVHlwZSI6MCwiU2hhcGVTaXplIjoxLCJTcGFjaW5nIjo1LCJTaGFwZVN0eWxlIjp7IiRpZCI6IjU1MyIsIk1hcmdpbiI6eyIkaWQiOiI1NTQiLCJUb3AiOjAuMCwiTGVmdCI6MC4wLCJSaWdodCI6MC4wLCJCb3R0b20iOjAuMH0sIlBhZGRpbmciOnsiJGlkIjoiNTU1IiwiVG9wIjowLjAsIkxlZnQiOjAuMCwiUmlnaHQiOjAuMCwiQm90dG9tIjowLjB9LCJCYWNrZ3JvdW5kIjp7IiRpZCI6IjU1NiIsIkNvbG9yIjp7IiRpZCI6IjU1NyIsIkEiOjI1NSwiUiI6MjU1LCJHIjoxOTIsIkIiOjB9fSwiSXNWaXNpYmxlIjp0cnVlLCJXaWR0aCI6MTguMCwiSGVpZ2h0IjoyMC4wLCJCb3JkZXJTdHlsZSI6eyIkaWQiOiI1NTgiLCJMaW5lQ29sb3IiOnsiJGlkIjoiNTU5IiwiJHR5cGUiOiJOTFJFLkNvbW1vbi5Eb20uU29saWRDb2xvckJydXNoLCBOTFJFLkNvbW1vbiIsIkNvbG9yIjp7IiRpZCI6IjU2MCIsIkEiOjI1NSwiUiI6MjM0LCJHIjoyMiwiQiI6MzB9fSwiTGluZVdlaWdodCI6MC4wLCJMaW5lVHlwZSI6MCwiUGFyZW50U3R5bGUiOm51bGx9LCJQYXJlbnRTdHlsZSI6bnVsbH0sIlRpdGxlU3R5bGUiOnsiJGlkIjoiNTYxIiwiRm9udFNldHRpbmdzIjp7IiRpZCI6IjU2MiIsIkZvbnRTaXplIjoxMSwiRm9udE5hbWUiOiJDYWxpYnJpIiwiSXNCb2xkIjp0cnVlLCJJc0l0YWxpYyI6ZmFsc2UsIklzVW5kZXJsaW5lZCI6ZmFsc2UsIlBhcmVudFN0eWxlIjpudWxsfSwiQXV0b1NpemUiOjAsIkZvcmVncm91bmQiOnsiJGlkIjoiNTYzIiwiQ29sb3IiOnsiJGlkIjoiNTY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U2NSIsIlRvcCI6MC4wLCJMZWZ0IjowLjAsIlJpZ2h0IjowLjAsIkJvdHRvbSI6MC4wfSwiUGFkZGluZyI6eyIkaWQiOiI1NjYiLCJUb3AiOjAuMCwiTGVmdCI6MC4wLCJSaWdodCI6MC4wLCJCb3R0b20iOjAuMH0sIkJhY2tncm91bmQiOnsiJGlkIjoiNTY3IiwiQ29sb3IiOnsiJGlkIjoiNTY4IiwiQSI6ODksIlIiOjAsIkciOjAsIkIiOjB9fSwiSXNWaXNpYmxlIjp0cnVlLCJXaWR0aCI6MC4wLCJIZWlnaHQiOjAuMCwiQm9yZGVyU3R5bGUiOnsiJGlkIjoiNTY5IiwiTGluZUNvbG9yIjpudWxsLCJMaW5lV2VpZ2h0IjowLjAsIkxpbmVUeXBlIjowLCJQYXJlbnRTdHlsZSI6bnVsbH0sIlBhcmVudFN0eWxlIjpudWxsfSwiRGF0ZVN0eWxlIjp7IiRpZCI6IjU3MCIsIkZvbnRTZXR0aW5ncyI6eyIkaWQiOiI1NzEiLCJGb250U2l6ZSI6MTAsIkZvbnROYW1lIjoiQ2FsaWJyaSIsIklzQm9sZCI6ZmFsc2UsIklzSXRhbGljIjpmYWxzZSwiSXNVbmRlcmxpbmVkIjpmYWxzZSwiUGFyZW50U3R5bGUiOm51bGx9LCJBdXRvU2l6ZSI6MCwiRm9yZWdyb3VuZCI6eyIkaWQiOiI1NzIiLCJDb2xvciI6eyIkaWQiOiI1N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U3NCIsIlRvcCI6MC4wLCJMZWZ0IjowLjAsIlJpZ2h0IjowLjAsIkJvdHRvbSI6MC4wfSwiUGFkZGluZyI6eyIkaWQiOiI1NzUiLCJUb3AiOjAuMCwiTGVmdCI6MC4wLCJSaWdodCI6MC4wLCJCb3R0b20iOjAuMH0sIkJhY2tncm91bmQiOnsiJGlkIjoiNTc2IiwiQ29sb3IiOnsiJGlkIjoiNTc3IiwiQSI6ODksIlIiOjAsIkciOjAsIkIiOjB9fSwiSXNWaXNpYmxlIjpmYWxzZSwiV2lkdGgiOjAuMCwiSGVpZ2h0IjowLjAsIkJvcmRlclN0eWxlIjp7IiRpZCI6IjU3OCIsIkxpbmVDb2xvciI6bnVsbCwiTGluZVdlaWdodCI6MC4wLCJMaW5lVHlwZSI6MCwiUGFyZW50U3R5bGUiOm51bGx9LCJQYXJlbnRTdHlsZSI6bnVsbH0sIkRhdGVGb3JtYXQiOnsiJGlkIjoiN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4MCIsIkZvcm1hdCI6MCwiSXNWaXNpYmxlIjpmYWxzZSwiTGFzdEtub3duVmlzaWJpbGl0eVN0YXRlIjpmYWxzZX0sIklzVmlzaWJsZSI6dHJ1ZSwiUGFyZW50U3R5bGUiOm51bGx9LCJEZWZhdWx0U3dpbWxhbmVBY3Rpdml0eVN0eWxlIjp7IiRpZCI6IjU4MSIsIkhlYWRlclN0eWxlIjp7IiRpZCI6IjU4MiIsIlRleHRTdHlsZSI6eyIkaWQiOiI1ODMiLCJGb250U2V0dGluZ3MiOnsiJGlkIjoiNTg0IiwiRm9udFNpemUiOjExLCJGb250TmFtZSI6IkNhbGlicmkiLCJJc0JvbGQiOmZhbHNlLCJJc0l0YWxpYyI6ZmFsc2UsIklzVW5kZXJsaW5lZCI6ZmFsc2UsIlBhcmVudFN0eWxlIjpudWxsfSwiQXV0b1NpemUiOjIsIkZvcmVncm91bmQiOnsiJGlkIjoiNTg1IiwiQ29sb3IiOnsiJGlkIjoiNTg2IiwiQSI6MjU1LCJSIjowLCJHIjowLCJCIjowfX0sIk1heFdpZHRoIjowLjAsIk1heEhlaWdodCI6IkluZmluaXR5IiwiU21hcnRGb3JlZ3JvdW5kSXNBY3RpdmUiOmZhbHNlLCJIb3Jpem9udGFsQWxpZ25tZW50IjowLCJWZXJ0aWNhbEFsaWdubWVudCI6MCwiU21hcnRGb3JlZ3JvdW5kIjpudWxsLCJCYWNrZ3JvdW5kRmlsbFR5cGUiOjAsIk1hcmdpbiI6eyIkaWQiOiI1ODciLCJUb3AiOjAuMCwiTGVmdCI6MC4wLCJSaWdodCI6MC4wLCJCb3R0b20iOjAuMH0sIlBhZGRpbmciOnsiJGlkIjoiNTg4IiwiVG9wIjowLjAsIkxlZnQiOjAuMCwiUmlnaHQiOjAuMCwiQm90dG9tIjowLjB9LCJCYWNrZ3JvdW5kIjpudWxsLCJJc1Zpc2libGUiOnRydWUsIldpZHRoIjowLjAsIkhlaWdodCI6MC4wLCJCb3JkZXJTdHlsZSI6bnVsbCwiUGFyZW50U3R5bGUiOm51bGx9LCJSZWN0YW5nbGVTdHlsZSI6eyIkaWQiOiI1ODkiLCJNYXJnaW4iOnsiJGlkIjoiNTkwIiwiVG9wIjowLjAsIkxlZnQiOjAuMCwiUmlnaHQiOjAuMCwiQm90dG9tIjowLjB9LCJQYWRkaW5nIjp7IiRpZCI6IjU5MSIsIlRvcCI6MC4wLCJMZWZ0IjowLjAsIlJpZ2h0IjowLjAsIkJvdHRvbSI6MC4wfSwiQmFja2dyb3VuZCI6eyIkaWQiOiI1OTIiLCJDb2xvciI6eyIkaWQiOiI1OTMiLCJBIjo2MywiUiI6MjU1LCJHIjoxOTIsIkIiOjB9fSwiSXNWaXNpYmxlIjp0cnVlLCJXaWR0aCI6MC4wLCJIZWlnaHQiOjAuMCwiQm9yZGVyU3R5bGUiOnsiJGlkIjoiNTk0IiwiTGluZUNvbG9yIjp7IiRpZCI6IjU5NSIsIiR0eXBlIjoiTkxSRS5Db21tb24uRG9tLlNvbGlkQ29sb3JCcnVzaCwgTkxSRS5Db21tb24iLCJDb2xvciI6eyIkaWQiOiI1OTYiLCJBIjoyNTUsIlIiOjI1NSwiRyI6MCwiQiI6MH19LCJMaW5lV2VpZ2h0IjowLjAsIkxpbmVUeXBlIjowLCJQYXJlbnRTdHlsZSI6bnVsbH0sIlBhcmVudFN0eWxlIjpudWxsfSwiTWFyZ2luIjp7IiRpZCI6IjU5NyIsIlRvcCI6MC4wLCJMZWZ0IjowLjAsIlJpZ2h0IjowLjAsIkJvdHRvbSI6MC4wfSwiUGFkZGluZyI6eyIkaWQiOiI1OTgiLCJUb3AiOjAuMCwiTGVmdCI6MC4wLCJSaWdodCI6MC4wLCJCb3R0b20iOjAuMH0sIkJhY2tncm91bmQiOm51bGwsIklzVmlzaWJsZSI6dHJ1ZSwiV2lkdGgiOjAuMCwiSGVpZ2h0IjowLjAsIkJvcmRlclN0eWxlIjpudWxsLCJQYXJlbnRTdHlsZSI6bnVsbH0sIkJhY2tncm91bmRTdHlsZSI6eyIkaWQiOiI1OTkiLCJNYXJnaW4iOnsiJGlkIjoiNjAwIiwiVG9wIjowLjAsIkxlZnQiOjAuMCwiUmlnaHQiOjAuMCwiQm90dG9tIjowLjB9LCJQYWRkaW5nIjp7IiRpZCI6IjYwMSIsIlRvcCI6MC4wLCJMZWZ0IjowLjAsIlJpZ2h0IjowLjAsIkJvdHRvbSI6MC4wfSwiQmFja2dyb3VuZCI6eyIkaWQiOiI2MDIiLCJDb2xvciI6eyIkaWQiOiI2MDMiLCJBIjozOCwiUiI6MjU1LCJHIjoxOTIsIkIiOjB9fSwiSXNWaXNpYmxlIjp0cnVlLCJXaWR0aCI6MC4wLCJIZWlnaHQiOjAuMCwiQm9yZGVyU3R5bGUiOnsiJGlkIjoiNjA0IiwiTGluZUNvbG9yIjp7IiRpZCI6IjYwNSIsIiR0eXBlIjoiTkxSRS5Db21tb24uRG9tLlNvbGlkQ29sb3JCcnVzaCwgTkxSRS5Db21tb24iLCJDb2xvciI6eyIkaWQiOiI2MDYiLCJBIjoyNTUsIlIiOjIzNCwiRyI6MjIsIkIiOjMwfX0sIkxpbmVXZWlnaHQiOjAuMCwiTGluZVR5cGUiOjAsIlBhcmVudFN0eWxlIjpudWxsfSwiUGFyZW50U3R5bGUiOm51bGx9LCJNYXJnaW4iOnsiJGlkIjoiNjA3IiwiVG9wIjowLjAsIkxlZnQiOjAuMCwiUmlnaHQiOjAuMCwiQm90dG9tIjowLjB9LCJQYWRkaW5nIjp7IiRpZCI6IjYwOCIsIlRvcCI6MC4wLCJMZWZ0IjowLjAsIlJpZ2h0IjowLjAsIkJvdHRvbSI6MC4wfSwiSXNWaXNpYmxlIjp0cnVlLCJXaWR0aCI6MC4wLCJIZWlnaHQiOjAuMCwiQm9yZGVyU3R5bGUiOnsiJGlkIjoiNjA5IiwiTGluZUNvbG9yIjpudWxsLCJMaW5lV2VpZ2h0IjowLjAsIkxpbmVUeXBlIjowLCJQYXJlbnRTdHlsZSI6bnVsbH0sIlBhcmVudFN0eWxlIjpudWxsfSwiTWFyZ2luIjp7IiRpZCI6IjYxMCIsIlRvcCI6MC4wLCJMZWZ0IjowLjAsIlJpZ2h0IjowLjAsIkJvdHRvbSI6MC4wfSwiUGFkZGluZyI6eyIkaWQiOiI2MTEiLCJUb3AiOjAuMCwiTGVmdCI6MC4wLCJSaWdodCI6MC4wLCJCb3R0b20iOjAuMH0sIklzVmlzaWJsZSI6dHJ1ZSwiV2lkdGgiOjAuMCwiSGVpZ2h0IjowLjAsIkJvcmRlclN0eWxlIjp7IiRpZCI6IjYxMiIsIkxpbmVDb2xvciI6bnVsbCwiTGluZVdlaWdodCI6MC4wLCJMaW5lVHlwZSI6MCwiUGFyZW50U3R5bGUiOm51bGx9LCJQYXJlbnRTdHlsZSI6bnVsbH19LHsiJGlkIjoiNjEzIiwiX2FjdGl2aXRpZXMiOlt7IiRpZCI6IjYxNCIsIl9yb3dzIjpbeyIkaWQiOiI2MTUiLCJfdGFza3MiOlt7IiRpZCI6IjYxNiIsIl9hdHRhY2hlZE1pbGVzdG9uZXMiOlt7IiRpZCI6IjYxNyIsIkRhdGUiOiIyMDIyLTAzLTMxVDIzOjU5OjAwIiwiU3R5bGUiOnsiJGlkIjoiNjE4IiwiU2hhcGUiOjE0LCJDb25uZWN0b3JNYXJnaW4iOnsiJGlkIjoiNjE5IiwiVG9wIjowLjAsIkxlZnQiOjIuMCwiUmlnaHQiOjIuMCwiQm90dG9tIjowLjB9LCJDb25uZWN0b3JTdHlsZSI6eyIkaWQiOiI2MjAiLCJMaW5lQ29sb3IiOnsiJGlkIjoiNjIxIiwiJHR5cGUiOiJOTFJFLkNvbW1vbi5Eb20uU29saWRDb2xvckJydXNoLCBOTFJFLkNvbW1vbiIsIkNvbG9yIjp7IiRpZCI6IjYyMiIsIkEiOjEyNywiUiI6MTMyLCJHIjo2MCwiQiI6MTJ9fSwiTGluZVdlaWdodCI6MS4wLCJMaW5lVHlwZSI6MCwiUGFyZW50U3R5bGUiOm51bGx9LCJJc0JlbG93VGltZWJhbmQiOnRydWUsIlBvc2l0aW9uT25UYXNrIjozLCJIaWRlRGF0ZSI6ZmFsc2UsIlNoYXBlU2l6ZSI6MSwiU3BhY2luZyI6MS4wLCJQYWRkaW5nIjp7IiRpZCI6IjYyMyIsIlRvcCI6Ny4wLCJMZWZ0IjozLjAsIlJpZ2h0IjowLjAsIkJvdHRvbSI6Mi4wfSwiU2hhcGVTdHlsZSI6eyIkaWQiOiI2MjQiLCJNYXJnaW4iOnsiJGlkIjoiNjI1IiwiVG9wIjowLjAsIkxlZnQiOjAuMCwiUmlnaHQiOjAuMCwiQm90dG9tIjowLjB9LCJQYWRkaW5nIjp7IiRpZCI6IjYyNiIsIlRvcCI6MC4wLCJMZWZ0IjowLjAsIlJpZ2h0IjowLjAsIkJvdHRvbSI6MC4wfSwiQmFja2dyb3VuZCI6eyIkaWQiOiI2MjciLCJDb2xvciI6eyIkaWQiOiI2MjgiLCJBIjoyNTUsIlIiOjEzMiwiRyI6NjAsIkIiOjEyfX0sIklzVmlzaWJsZSI6dHJ1ZSwiV2lkdGgiOjE4LjAsIkhlaWdodCI6MjAuMCwiQm9yZGVyU3R5bGUiOnsiJGlkIjoiNjI5IiwiTGluZUNvbG9yIjpudWxsLCJMaW5lV2VpZ2h0IjowLjAsIkxpbmVUeXBlIjowLCJQYXJlbnRTdHlsZSI6bnVsbH0sIlBhcmVudFN0eWxlIjpudWxsfSwiVGl0bGVTdHlsZSI6eyIkaWQiOiI2MzAiLCJGb250U2V0dGluZ3MiOnsiJGlkIjoiNjMxIiwiRm9udFNpemUiOjExLCJGb250TmFtZSI6IkNhbGlicmkiLCJJc0JvbGQiOnRydWUsIklzSXRhbGljIjpmYWxzZSwiSXNVbmRlcmxpbmVkIjpmYWxzZSwiUGFyZW50U3R5bGUiOm51bGx9LCJBdXRvU2l6ZSI6MCwiRm9yZWdyb3VuZCI6eyIkaWQiOiI2MzIiLCJDb2xvciI6eyIkaWQiOiI2M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jM0IiwiVG9wIjowLjAsIkxlZnQiOjAuMCwiUmlnaHQiOjAuMCwiQm90dG9tIjowLjB9LCJQYWRkaW5nIjp7IiRpZCI6IjYzNSIsIlRvcCI6MC4wLCJMZWZ0IjowLjAsIlJpZ2h0IjowLjAsIkJvdHRvbSI6MC4wfSwiQmFja2dyb3VuZCI6eyIkaWQiOiI2MzYiLCJDb2xvciI6eyIkaWQiOiI2MzciLCJBIjowLCJSIjoyNTUsIkciOjI1NSwiQiI6MjU1fX0sIklzVmlzaWJsZSI6dHJ1ZSwiV2lkdGgiOjAuMCwiSGVpZ2h0IjowLjAsIkJvcmRlclN0eWxlIjp7IiRpZCI6IjYzOCIsIkxpbmVDb2xvciI6bnVsbCwiTGluZVdlaWdodCI6MC4wLCJMaW5lVHlwZSI6MCwiUGFyZW50U3R5bGUiOm51bGx9LCJQYXJlbnRTdHlsZSI6bnVsbH0sIkRhdGVTdHlsZSI6eyIkaWQiOiI2MzkiLCJGb250U2V0dGluZ3MiOnsiJGlkIjoiNjQwIiwiRm9udFNpemUiOjEwLCJGb250TmFtZSI6IkNhbGlicmkiLCJJc0JvbGQiOmZhbHNlLCJJc0l0YWxpYyI6ZmFsc2UsIklzVW5kZXJsaW5lZCI6ZmFsc2UsIlBhcmVudFN0eWxlIjpudWxsfSwiQXV0b1NpemUiOjAsIkZvcmVncm91bmQiOnsiJGlkIjoiNjQxIiwiQ29sb3IiOnsiJGlkIjoiNjQ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2NDMiLCJUb3AiOjAuMCwiTGVmdCI6MC4wLCJSaWdodCI6MC4wLCJCb3R0b20iOjAuMH0sIlBhZGRpbmciOnsiJGlkIjoiNjQ0IiwiVG9wIjowLjAsIkxlZnQiOjAuMCwiUmlnaHQiOjAuMCwiQm90dG9tIjowLjB9LCJCYWNrZ3JvdW5kIjp7IiRpZCI6IjY0NSIsIkNvbG9yIjp7IiRpZCI6IjY0NiIsIkEiOjAsIlIiOjI1NSwiRyI6MjU1LCJCIjoyNTV9fSwiSXNWaXNpYmxlIjpmYWxzZSwiV2lkdGgiOjAuMCwiSGVpZ2h0IjowLjAsIkJvcmRlclN0eWxlIjp7IiRpZCI6IjY0NyIsIkxpbmVDb2xvciI6bnVsbCwiTGluZVdlaWdodCI6MC4wLCJMaW5lVHlwZSI6MCwiUGFyZW50U3R5bGUiOm51bGx9LCJQYXJlbnRTdHlsZSI6bnVsbH0sIkRhdGVGb3JtYXQiOnsiJGlkIjoiNjQ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0OSIsIkZvcm1hdCI6MCwiSXNWaXNpYmxlIjpmYWxzZSwiTGFzdEtub3duVmlzaWJpbGl0eVN0YXRlIjpmYWxzZX0sIklzVmlzaWJsZSI6dHJ1ZSwiUGFyZW50U3R5bGUiOm51bGx9LCJJbmRleCI6MTAsIlBlcmNlbnRhZ2VDb21wbGV0ZSI6bnVsbCwiUG9zaXRpb24iOnsiUmF0aW8iOjAuMCwiSXNDdXN0b20iOmZhbHNlfSwiRGF0ZUZvcm1hdCI6eyIkcmVmIjoiNjQ4In0sIldlZWtOdW1iZXJpbmciOnsiJGlkIjoiNjUwIiwiRm9ybWF0IjowLCJJc1Zpc2libGUiOmZhbHNlLCJMYXN0S25vd25WaXNpYmlsaXR5U3RhdGUiOmZhbHNlfSwiUmVsYXRlZFRhc2tJZCI6IjQ0ZGU5NzY1LWU3MjAtNDU1Ny1iODgyLTk3ZjQ3MDliOGMzMCIsIklkIjoiMDcyM2E1MzQtYjhiMC00ZDg0LThhZDQtOWQ5NjBiODMzYjljIiwiSW1wb3J0SWQiOm51bGwsIlRpdGxlIjoiQ29tcGV0aXRvciBSZXZpZXciLCJOb3RlIjpudWxsLCJIeXBlcmxpbmsiOnsiJGlkIjoiNjUxIiwiQWRkcmVzcyI6IiIsIlN1YkFkZHJlc3MiOiIifSwiSXNDaGFuZ2VkIjpmYWxzZSwiSXNOZXciOmZhbHNlfV0sIlRhc2tEZWZpbml0aW9uIjp7IiRpZCI6IjY1MiIsIkdyb3VwTmFtZSI6bnVsbCwiU3RhcnREYXRlIjoiMjAyMi0wMi0wMlQyMTowMzowMFoiLCJFbmREYXRlIjoiMjAyMi0wNC0wN1QyMDo1OTowMFoiLCJQZXJjZW50YWdlQ29tcGxldGUiOm51bGwsIlN0eWxlIjp7IiRpZCI6IjY1MyIsIlNoYXBlIjo3LCJTaGFwZVRoaWNrbmVzcyI6MCwiRHVyYXRpb25Gb3JtYXQiOjAsIkluY2x1ZGVOb25Xb3JraW5nRGF5c0luRHVyYXRpb24iOmZhbHNlLCJQZXJjZW50YWdlQ29tcGxldGVTdHlsZSI6eyIkaWQiOiI2NTQiLCJGb250U2V0dGluZ3MiOnsiJGlkIjoiNjU1IiwiRm9udFNpemUiOjEwLCJGb250TmFtZSI6IkNhbGlicmkiLCJJc0JvbGQiOmZhbHNlLCJJc0l0YWxpYyI6ZmFsc2UsIklzVW5kZXJsaW5lZCI6ZmFsc2UsIlBhcmVudFN0eWxlIjpudWxsfSwiQXV0b1NpemUiOjAsIkZvcmVncm91bmQiOnsiJGlkIjoiNjU2IiwiQ29sb3IiOnsiJGlkIjoiNjU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U4IiwiVG9wIjowLjAsIkxlZnQiOjAuMCwiUmlnaHQiOjAuMCwiQm90dG9tIjowLjB9LCJQYWRkaW5nIjp7IiRpZCI6IjY1OSIsIlRvcCI6MC4wLCJMZWZ0IjowLjAsIlJpZ2h0IjowLjAsIkJvdHRvbSI6MC4wfSwiQmFja2dyb3VuZCI6eyIkaWQiOiI2NjAiLCJDb2xvciI6eyIkaWQiOiI2NjEiLCJBIjo4OSwiUiI6MCwiRyI6MCwiQiI6MH19LCJJc1Zpc2libGUiOnRydWUsIldpZHRoIjowLjAsIkhlaWdodCI6MC4wLCJCb3JkZXJTdHlsZSI6eyIkaWQiOiI2NjIiLCJMaW5lQ29sb3IiOm51bGwsIkxpbmVXZWlnaHQiOjAuMCwiTGluZVR5cGUiOjAsIlBhcmVudFN0eWxlIjpudWxsfSwiUGFyZW50U3R5bGUiOm51bGx9LCJEdXJhdGlvblN0eWxlIjp7IiRpZCI6IjY2MyIsIkZvbnRTZXR0aW5ncyI6eyIkaWQiOiI2NjQiLCJGb250U2l6ZSI6MTAsIkZvbnROYW1lIjoiQ2FsaWJyaSIsIklzQm9sZCI6ZmFsc2UsIklzSXRhbGljIjpmYWxzZSwiSXNVbmRlcmxpbmVkIjpmYWxzZSwiUGFyZW50U3R5bGUiOm51bGx9LCJBdXRvU2l6ZSI6MCwiRm9yZWdyb3VuZCI6eyIkaWQiOiI2NjUiLCJDb2xvciI6eyIkaWQiOiI2N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NjciLCJUb3AiOjAuMCwiTGVmdCI6MC4wLCJSaWdodCI6MC4wLCJCb3R0b20iOjAuMH0sIlBhZGRpbmciOnsiJGlkIjoiNjY4IiwiVG9wIjowLjAsIkxlZnQiOjAuMCwiUmlnaHQiOjAuMCwiQm90dG9tIjowLjB9LCJCYWNrZ3JvdW5kIjp7IiRpZCI6IjY2OSIsIkNvbG9yIjp7IiRyZWYiOiI2NjEifX0sIklzVmlzaWJsZSI6dHJ1ZSwiV2lkdGgiOjAuMCwiSGVpZ2h0IjowLjAsIkJvcmRlclN0eWxlIjp7IiRpZCI6IjY3MCIsIkxpbmVDb2xvciI6bnVsbCwiTGluZVdlaWdodCI6MC4wLCJMaW5lVHlwZSI6MCwiUGFyZW50U3R5bGUiOm51bGx9LCJQYXJlbnRTdHlsZSI6bnVsbH0sIkhvcml6b250YWxDb25uZWN0b3JTdHlsZSI6eyIkaWQiOiI2NzEiLCJMaW5lQ29sb3IiOnsiJGlkIjoiNjcyIiwiJHR5cGUiOiJOTFJFLkNvbW1vbi5Eb20uU29saWRDb2xvckJydXNoLCBOTFJFLkNvbW1vbiIsIkNvbG9yIjp7IiRpZCI6IjY3MyIsIkEiOjI1NSwiUiI6MjA0LCJHIjoyMDQsIkIiOjIwNH19LCJMaW5lV2VpZ2h0IjoxLjAsIkxpbmVUeXBlIjowLCJQYXJlbnRTdHlsZSI6bnVsbH0sIlZlcnRpY2FsQ29ubmVjdG9yU3R5bGUiOnsiJGlkIjoiNjc0IiwiTGluZUNvbG9yIjp7IiRpZCI6IjY3NSIsIiR0eXBlIjoiTkxSRS5Db21tb24uRG9tLlNvbGlkQ29sb3JCcnVzaCwgTkxSRS5Db21tb24iLCJDb2xvciI6eyIkaWQiOiI2NzY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2NzciLCJNYXJnaW4iOnsiJGlkIjoiNjc4IiwiVG9wIjowLjAsIkxlZnQiOjQuMCwiUmlnaHQiOjQuMCwiQm90dG9tIjowLjB9LCJQYWRkaW5nIjp7IiRpZCI6IjY3OSIsIlRvcCI6MC4wLCJMZWZ0IjowLjAsIlJpZ2h0IjowLjAsIkJvdHRvbSI6MC4wfSwiQmFja2dyb3VuZCI6eyIkaWQiOiI2ODAiLCJDb2xvciI6eyIkaWQiOiI2ODEiLCJBIjoyNTUsIlIiOjIzNywiRyI6MTI1LCJCIjo0OX19LCJJc1Zpc2libGUiOnRydWUsIldpZHRoIjowLjAsIkhlaWdodCI6MTAuMCwiQm9yZGVyU3R5bGUiOnsiJGlkIjoiNjgyIiwiTGluZUNvbG9yIjp7IiRpZCI6IjY4MyIsIiR0eXBlIjoiTkxSRS5Db21tb24uRG9tLlNvbGlkQ29sb3JCcnVzaCwgTkxSRS5Db21tb24iLCJDb2xvciI6eyIkaWQiOiI2ODQiLCJBIjoyNTUsIlIiOjI1NSwiRyI6MCwiQiI6MH19LCJMaW5lV2VpZ2h0IjowLjAsIkxpbmVUeXBlIjowLCJQYXJlbnRTdHlsZSI6bnVsbH0sIlBhcmVudFN0eWxlIjpudWxsfSwiVGl0bGVTdHlsZSI6eyIkaWQiOiI2ODUiLCJGb250U2V0dGluZ3MiOnsiJGlkIjoiNjg2IiwiRm9udFNpemUiOjExLCJGb250TmFtZSI6IkNhbGlicmkiLCJJc0JvbGQiOnRydWUsIklzSXRhbGljIjpmYWxzZSwiSXNVbmRlcmxpbmVkIjpmYWxzZSwiUGFyZW50U3R5bGUiOm51bGx9LCJBdXRvU2l6ZSI6MCwiRm9yZWdyb3VuZCI6eyIkaWQiOiI2ODciLCJDb2xvciI6eyIkaWQiOiI2ODg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jg5IiwiVG9wIjowLjAsIkxlZnQiOjAuMCwiUmlnaHQiOjAuMCwiQm90dG9tIjowLjB9LCJQYWRkaW5nIjp7IiRpZCI6IjY5MCIsIlRvcCI6MC4wLCJMZWZ0IjowLjAsIlJpZ2h0IjowLjAsIkJvdHRvbSI6MC4wfSwiQmFja2dyb3VuZCI6eyIkaWQiOiI2OTEiLCJDb2xvciI6eyIkaWQiOiI2OTIiLCJBIjowLCJSIjoyNTUsIkciOjI1NSwiQiI6MjU1fX0sIklzVmlzaWJsZSI6dHJ1ZSwiV2lkdGgiOjAuMCwiSGVpZ2h0IjowLjAsIkJvcmRlclN0eWxlIjp7IiRpZCI6IjY5MyIsIkxpbmVDb2xvciI6bnVsbCwiTGluZVdlaWdodCI6MC4wLCJMaW5lVHlwZSI6MCwiUGFyZW50U3R5bGUiOm51bGx9LCJQYXJlbnRTdHlsZSI6bnVsbH0sIkRhdGVTdHlsZSI6eyIkaWQiOiI2OTQiLCJGb250U2V0dGluZ3MiOnsiJGlkIjoiNjk1IiwiRm9udFNpemUiOjEwLCJGb250TmFtZSI6IkNhbGlicmkiLCJJc0JvbGQiOmZhbHNlLCJJc0l0YWxpYyI6ZmFsc2UsIklzVW5kZXJsaW5lZCI6ZmFsc2UsIlBhcmVudFN0eWxlIjpudWxsfSwiQXV0b1NpemUiOjAsIkZvcmVncm91bmQiOnsiJGlkIjoiNjk2IiwiQ29sb3IiOnsiJGlkIjoiNjk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OTgiLCJUb3AiOjAuMCwiTGVmdCI6MC4wLCJSaWdodCI6MC4wLCJCb3R0b20iOjAuMH0sIlBhZGRpbmciOnsiJGlkIjoiNjk5IiwiVG9wIjowLjAsIkxlZnQiOjAuMCwiUmlnaHQiOjAuMCwiQm90dG9tIjowLjB9LCJCYWNrZ3JvdW5kIjp7IiRpZCI6IjcwMCIsIkNvbG9yIjp7IiRyZWYiOiI2NjEifX0sIklzVmlzaWJsZSI6dHJ1ZSwiV2lkdGgiOjAuMCwiSGVpZ2h0IjowLjAsIkJvcmRlclN0eWxlIjp7IiRpZCI6IjcwMSIsIkxpbmVDb2xvciI6bnVsbCwiTGluZVdlaWdodCI6MC4wLCJMaW5lVHlwZSI6MCwiUGFyZW50U3R5bGUiOm51bGx9LCJQYXJlbnRTdHlsZSI6bnVsbH0sIkRhdGVGb3JtYXQiOnsiJGlkIjoiNz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wMyIsIkZvcm1hdCI6MCwiSXNWaXNpYmxlIjpmYWxzZSwiTGFzdEtub3duVmlzaWJpbGl0eVN0YXRlIjpmYWxzZX0sIklzVmlzaWJsZSI6dHJ1ZSwiUGFyZW50U3R5bGUiOm51bGx9LCJJbmRleCI6OSwiU21hcnREdXJhdGlvbkFjdGl2YXRlZCI6ZmFsc2UsIkRhdGVGb3JtYXQiOnsiJHJlZiI6IjcwMiJ9LCJXZWVrTnVtYmVyaW5nIjp7IiRpZCI6IjcwNCIsIkZvcm1hdCI6MCwiSXNWaXNpYmxlIjpmYWxzZSwiTGFzdEtub3duVmlzaWJpbGl0eVN0YXRlIjpmYWxzZX0sIklkIjoiNDRkZTk3NjUtZTcyMC00NTU3LWI4ODItOTdmNDcwOWI4YzMwIiwiSW1wb3J0SWQiOm51bGwsIlRpdGxlIjoiTWFya2V0IEFuYWx5c2lzIiwiTm90ZSI6bnVsbCwiSHlwZXJsaW5rIjp7IiRpZCI6IjcwNSIsIkFkZHJlc3MiOiIiLCJTdWJBZGRyZXNzIjoiIn0sIklzQ2hhbmdlZCI6ZmFsc2UsIklzTmV3IjpmYWxzZX19LHsiJGlkIjoiNzA2IiwiX2F0dGFjaGVkTWlsZXN0b25lcyI6W10sIlRhc2tEZWZpbml0aW9uIjp7IiRpZCI6IjcwNyIsIkdyb3VwTmFtZSI6bnVsbCwiU3RhcnREYXRlIjoiMjAyMi0wNC0wMlQwMDowMDowMFoiLCJFbmREYXRlIjoiMjAyMi0wNC0yOFQwNzoxODowMFoiLCJQZXJjZW50YWdlQ29tcGxldGUiOm51bGwsIlN0eWxlIjp7IiRpZCI6IjcwOCIsIlNoYXBlIjo3LCJTaGFwZVRoaWNrbmVzcyI6MCwiRHVyYXRpb25Gb3JtYXQiOjAsIkluY2x1ZGVOb25Xb3JraW5nRGF5c0luRHVyYXRpb24iOmZhbHNlLCJQZXJjZW50YWdlQ29tcGxldGVTdHlsZSI6eyIkaWQiOiI3MDkiLCJGb250U2V0dGluZ3MiOnsiJGlkIjoiNzEwIiwiRm9udFNpemUiOjEwLCJGb250TmFtZSI6IkNhbGlicmkiLCJJc0JvbGQiOmZhbHNlLCJJc0l0YWxpYyI6ZmFsc2UsIklzVW5kZXJsaW5lZCI6ZmFsc2UsIlBhcmVudFN0eWxlIjpudWxsfSwiQXV0b1NpemUiOjAsIkZvcmVncm91bmQiOnsiJGlkIjoiNzExIiwiQ29sb3IiOnsiJGlkIjoiNzE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EzIiwiVG9wIjowLjAsIkxlZnQiOjAuMCwiUmlnaHQiOjAuMCwiQm90dG9tIjowLjB9LCJQYWRkaW5nIjp7IiRpZCI6IjcxNCIsIlRvcCI6MC4wLCJMZWZ0IjowLjAsIlJpZ2h0IjowLjAsIkJvdHRvbSI6MC4wfSwiQmFja2dyb3VuZCI6eyIkaWQiOiI3MTUiLCJDb2xvciI6eyIkaWQiOiI3MTYiLCJBIjo4OSwiUiI6MCwiRyI6MCwiQiI6MH19LCJJc1Zpc2libGUiOnRydWUsIldpZHRoIjowLjAsIkhlaWdodCI6MC4wLCJCb3JkZXJTdHlsZSI6eyIkaWQiOiI3MTciLCJMaW5lQ29sb3IiOm51bGwsIkxpbmVXZWlnaHQiOjAuMCwiTGluZVR5cGUiOjAsIlBhcmVudFN0eWxlIjpudWxsfSwiUGFyZW50U3R5bGUiOm51bGx9LCJEdXJhdGlvblN0eWxlIjp7IiRpZCI6IjcxOCIsIkZvbnRTZXR0aW5ncyI6eyIkaWQiOiI3MTkiLCJGb250U2l6ZSI6MTAsIkZvbnROYW1lIjoiQ2FsaWJyaSIsIklzQm9sZCI6ZmFsc2UsIklzSXRhbGljIjpmYWxzZSwiSXNVbmRlcmxpbmVkIjpmYWxzZSwiUGFyZW50U3R5bGUiOm51bGx9LCJBdXRvU2l6ZSI6MCwiRm9yZWdyb3VuZCI6eyIkaWQiOiI3MjAiLCJDb2xvciI6eyIkaWQiOiI3Mj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MjIiLCJUb3AiOjAuMCwiTGVmdCI6MC4wLCJSaWdodCI6MC4wLCJCb3R0b20iOjAuMH0sIlBhZGRpbmciOnsiJGlkIjoiNzIzIiwiVG9wIjowLjAsIkxlZnQiOjAuMCwiUmlnaHQiOjAuMCwiQm90dG9tIjowLjB9LCJCYWNrZ3JvdW5kIjp7IiRpZCI6IjcyNCIsIkNvbG9yIjp7IiRyZWYiOiI3MTYifX0sIklzVmlzaWJsZSI6dHJ1ZSwiV2lkdGgiOjAuMCwiSGVpZ2h0IjowLjAsIkJvcmRlclN0eWxlIjp7IiRpZCI6IjcyNSIsIkxpbmVDb2xvciI6bnVsbCwiTGluZVdlaWdodCI6MC4wLCJMaW5lVHlwZSI6MCwiUGFyZW50U3R5bGUiOm51bGx9LCJQYXJlbnRTdHlsZSI6bnVsbH0sIkhvcml6b250YWxDb25uZWN0b3JTdHlsZSI6eyIkaWQiOiI3MjYiLCJMaW5lQ29sb3IiOnsiJGlkIjoiNzI3IiwiJHR5cGUiOiJOTFJFLkNvbW1vbi5Eb20uU29saWRDb2xvckJydXNoLCBOTFJFLkNvbW1vbiIsIkNvbG9yIjp7IiRpZCI6IjcyOCIsIkEiOjI1NSwiUiI6MjA0LCJHIjoyMDQsIkIiOjIwNH19LCJMaW5lV2VpZ2h0IjoxLjAsIkxpbmVUeXBlIjowLCJQYXJlbnRTdHlsZSI6bnVsbH0sIlZlcnRpY2FsQ29ubmVjdG9yU3R5bGUiOnsiJGlkIjoiNzI5IiwiTGluZUNvbG9yIjp7IiRpZCI6IjczMCIsIiR0eXBlIjoiTkxSRS5Db21tb24uRG9tLlNvbGlkQ29sb3JCcnVzaCwgTkxSRS5Db21tb24iLCJDb2xvciI6eyIkaWQiOiI3MzE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3MzIiLCJNYXJnaW4iOnsiJGlkIjoiNzMzIiwiVG9wIjowLjAsIkxlZnQiOjQuMCwiUmlnaHQiOjQuMCwiQm90dG9tIjowLjB9LCJQYWRkaW5nIjp7IiRpZCI6IjczNCIsIlRvcCI6MC4wLCJMZWZ0IjowLjAsIlJpZ2h0IjowLjAsIkJvdHRvbSI6MC4wfSwiQmFja2dyb3VuZCI6eyIkaWQiOiI3MzUiLCJDb2xvciI6eyIkaWQiOiI3MzYiLCJBIjoyNTUsIlIiOjIzNywiRyI6MTI1LCJCIjo0OX19LCJJc1Zpc2libGUiOnRydWUsIldpZHRoIjowLjAsIkhlaWdodCI6MTAuMCwiQm9yZGVyU3R5bGUiOnsiJGlkIjoiNzM3IiwiTGluZUNvbG9yIjp7IiRpZCI6IjczOCIsIiR0eXBlIjoiTkxSRS5Db21tb24uRG9tLlNvbGlkQ29sb3JCcnVzaCwgTkxSRS5Db21tb24iLCJDb2xvciI6eyIkaWQiOiI3MzkiLCJBIjoyNTUsIlIiOjI1NSwiRyI6MCwiQiI6MH19LCJMaW5lV2VpZ2h0IjowLjAsIkxpbmVUeXBlIjowLCJQYXJlbnRTdHlsZSI6bnVsbH0sIlBhcmVudFN0eWxlIjpudWxsfSwiVGl0bGVTdHlsZSI6eyIkaWQiOiI3NDAiLCJGb250U2V0dGluZ3MiOnsiJGlkIjoiNzQxIiwiRm9udFNpemUiOjExLCJGb250TmFtZSI6IkNhbGlicmkiLCJJc0JvbGQiOnRydWUsIklzSXRhbGljIjpmYWxzZSwiSXNVbmRlcmxpbmVkIjpmYWxzZSwiUGFyZW50U3R5bGUiOm51bGx9LCJBdXRvU2l6ZSI6MCwiRm9yZWdyb3VuZCI6eyIkaWQiOiI3NDIiLCJDb2xvciI6eyIkaWQiOiI3NDM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zQ0IiwiVG9wIjowLjAsIkxlZnQiOjAuMCwiUmlnaHQiOjAuMCwiQm90dG9tIjowLjB9LCJQYWRkaW5nIjp7IiRpZCI6Ijc0NSIsIlRvcCI6MC4wLCJMZWZ0IjowLjAsIlJpZ2h0IjowLjAsIkJvdHRvbSI6MC4wfSwiQmFja2dyb3VuZCI6eyIkaWQiOiI3NDYiLCJDb2xvciI6eyIkaWQiOiI3NDciLCJBIjowLCJSIjoyNTUsIkciOjI1NSwiQiI6MjU1fX0sIklzVmlzaWJsZSI6dHJ1ZSwiV2lkdGgiOjAuMCwiSGVpZ2h0IjowLjAsIkJvcmRlclN0eWxlIjp7IiRpZCI6Ijc0OCIsIkxpbmVDb2xvciI6bnVsbCwiTGluZVdlaWdodCI6MC4wLCJMaW5lVHlwZSI6MCwiUGFyZW50U3R5bGUiOm51bGx9LCJQYXJlbnRTdHlsZSI6bnVsbH0sIkRhdGVTdHlsZSI6eyIkaWQiOiI3NDkiLCJGb250U2V0dGluZ3MiOnsiJGlkIjoiNzUwIiwiRm9udFNpemUiOjEwLCJGb250TmFtZSI6IkNhbGlicmkiLCJJc0JvbGQiOmZhbHNlLCJJc0l0YWxpYyI6ZmFsc2UsIklzVW5kZXJsaW5lZCI6ZmFsc2UsIlBhcmVudFN0eWxlIjpudWxsfSwiQXV0b1NpemUiOjAsIkZvcmVncm91bmQiOnsiJGlkIjoiNzUxIiwiQ29sb3IiOnsiJGlkIjoiNzU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NTMiLCJUb3AiOjAuMCwiTGVmdCI6MC4wLCJSaWdodCI6MC4wLCJCb3R0b20iOjAuMH0sIlBhZGRpbmciOnsiJGlkIjoiNzU0IiwiVG9wIjowLjAsIkxlZnQiOjAuMCwiUmlnaHQiOjAuMCwiQm90dG9tIjowLjB9LCJCYWNrZ3JvdW5kIjp7IiRpZCI6Ijc1NSIsIkNvbG9yIjp7IiRyZWYiOiI3MTYifX0sIklzVmlzaWJsZSI6dHJ1ZSwiV2lkdGgiOjAuMCwiSGVpZ2h0IjowLjAsIkJvcmRlclN0eWxlIjp7IiRpZCI6Ijc1NiIsIkxpbmVDb2xvciI6bnVsbCwiTGluZVdlaWdodCI6MC4wLCJMaW5lVHlwZSI6MCwiUGFyZW50U3R5bGUiOm51bGx9LCJQYXJlbnRTdHlsZSI6bnVsbH0sIkRhdGVGb3JtYXQiOnsiJGlkIjoiNzU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1OCIsIkZvcm1hdCI6MCwiSXNWaXNpYmxlIjpmYWxzZSwiTGFzdEtub3duVmlzaWJpbGl0eVN0YXRlIjpmYWxzZX0sIklzVmlzaWJsZSI6dHJ1ZSwiUGFyZW50U3R5bGUiOm51bGx9LCJJbmRleCI6MTAsIlNtYXJ0RHVyYXRpb25BY3RpdmF0ZWQiOmZhbHNlLCJEYXRlRm9ybWF0Ijp7IiRyZWYiOiI3NTcifSwiV2Vla051bWJlcmluZyI6eyIkaWQiOiI3NTkiLCJGb3JtYXQiOjAsIklzVmlzaWJsZSI6ZmFsc2UsIkxhc3RLbm93blZpc2liaWxpdHlTdGF0ZSI6ZmFsc2V9LCJJZCI6IjhkMzhhYmY2LTQzNGYtNDliNS05ZGMyLTRhZTFlZTM2OTM1ZSIsIkltcG9ydElkIjpudWxsLCJUaXRsZSI6IlNXT1QiLCJOb3RlIjpudWxsLCJIeXBlcmxpbmsiOnsiJGlkIjoiNzYwIiwiQWRkcmVzcyI6IiIsIlN1YkFkZHJlc3MiOiIifSwiSXNDaGFuZ2VkIjpmYWxzZSwiSXNOZXciOmZhbHNlfX1dLCJfbWlsZXN0b25lcyI6W10sIklkIjoiMWVkZjNkNjMtYTJmMy00Mzg4LWFkYWEtNDM1NTljM2UwZjdhIiwiSXNTaW5nbGVJdGVtUm93IjpmYWxzZX0seyIkaWQiOiI3NjEiLCJfdGFza3MiOlt7IiRpZCI6Ijc2MiIsIl9hdHRhY2hlZE1pbGVzdG9uZXMiOlt7IiRpZCI6Ijc2MyIsIkRhdGUiOiIyMDIyLTA2LTA3VDIzOjU5OjAwIiwiU3R5bGUiOnsiJGlkIjoiNzY0IiwiU2hhcGUiOjE0LCJDb25uZWN0b3JNYXJnaW4iOnsiJGlkIjoiNzY1IiwiVG9wIjowLjAsIkxlZnQiOjIuMCwiUmlnaHQiOjIuMCwiQm90dG9tIjowLjB9LCJDb25uZWN0b3JTdHlsZSI6eyIkaWQiOiI3NjYiLCJMaW5lQ29sb3IiOnsiJGlkIjoiNzY3IiwiJHR5cGUiOiJOTFJFLkNvbW1vbi5Eb20uU29saWRDb2xvckJydXNoLCBOTFJFLkNvbW1vbiIsIkNvbG9yIjp7IiRpZCI6Ijc2OCIsIkEiOjEyNywiUiI6MTMyLCJHIjo2MCwiQiI6MTJ9fSwiTGluZVdlaWdodCI6MS4wLCJMaW5lVHlwZSI6MCwiUGFyZW50U3R5bGUiOm51bGx9LCJJc0JlbG93VGltZWJhbmQiOnRydWUsIlBvc2l0aW9uT25UYXNrIjozLCJIaWRlRGF0ZSI6ZmFsc2UsIlNoYXBlU2l6ZSI6MSwiU3BhY2luZyI6MS4wLCJQYWRkaW5nIjp7IiRpZCI6Ijc2OSIsIlRvcCI6Ny4wLCJMZWZ0IjozLjAsIlJpZ2h0IjowLjAsIkJvdHRvbSI6Mi4wfSwiU2hhcGVTdHlsZSI6eyIkaWQiOiI3NzAiLCJNYXJnaW4iOnsiJGlkIjoiNzcxIiwiVG9wIjowLjAsIkxlZnQiOjAuMCwiUmlnaHQiOjAuMCwiQm90dG9tIjowLjB9LCJQYWRkaW5nIjp7IiRpZCI6Ijc3MiIsIlRvcCI6MC4wLCJMZWZ0IjowLjAsIlJpZ2h0IjowLjAsIkJvdHRvbSI6MC4wfSwiQmFja2dyb3VuZCI6eyIkaWQiOiI3NzMiLCJDb2xvciI6eyIkaWQiOiI3NzQiLCJBIjoyNTUsIlIiOjEzMiwiRyI6NjAsIkIiOjEyfX0sIklzVmlzaWJsZSI6dHJ1ZSwiV2lkdGgiOjE4LjAsIkhlaWdodCI6MjAuMCwiQm9yZGVyU3R5bGUiOnsiJGlkIjoiNzc1IiwiTGluZUNvbG9yIjpudWxsLCJMaW5lV2VpZ2h0IjowLjAsIkxpbmVUeXBlIjowLCJQYXJlbnRTdHlsZSI6bnVsbH0sIlBhcmVudFN0eWxlIjpudWxsfSwiVGl0bGVTdHlsZSI6eyIkaWQiOiI3NzYiLCJGb250U2V0dGluZ3MiOnsiJGlkIjoiNzc3IiwiRm9udFNpemUiOjExLCJGb250TmFtZSI6IkNhbGlicmkiLCJJc0JvbGQiOnRydWUsIklzSXRhbGljIjpmYWxzZSwiSXNVbmRlcmxpbmVkIjpmYWxzZSwiUGFyZW50U3R5bGUiOm51bGx9LCJBdXRvU2l6ZSI6MCwiRm9yZWdyb3VuZCI6eyIkaWQiOiI3NzgiLCJDb2xvciI6eyIkaWQiOiI3Nzk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zgwIiwiVG9wIjowLjAsIkxlZnQiOjAuMCwiUmlnaHQiOjAuMCwiQm90dG9tIjowLjB9LCJQYWRkaW5nIjp7IiRpZCI6Ijc4MSIsIlRvcCI6MC4wLCJMZWZ0IjowLjAsIlJpZ2h0IjowLjAsIkJvdHRvbSI6MC4wfSwiQmFja2dyb3VuZCI6eyIkaWQiOiI3ODIiLCJDb2xvciI6eyIkaWQiOiI3ODMiLCJBIjowLCJSIjoyNTUsIkciOjI1NSwiQiI6MjU1fX0sIklzVmlzaWJsZSI6dHJ1ZSwiV2lkdGgiOjAuMCwiSGVpZ2h0IjowLjAsIkJvcmRlclN0eWxlIjp7IiRpZCI6Ijc4NCIsIkxpbmVDb2xvciI6bnVsbCwiTGluZVdlaWdodCI6MC4wLCJMaW5lVHlwZSI6MCwiUGFyZW50U3R5bGUiOm51bGx9LCJQYXJlbnRTdHlsZSI6bnVsbH0sIkRhdGVTdHlsZSI6eyIkaWQiOiI3ODUiLCJGb250U2V0dGluZ3MiOnsiJGlkIjoiNzg2IiwiRm9udFNpemUiOjEwLCJGb250TmFtZSI6IkNhbGlicmkiLCJJc0JvbGQiOmZhbHNlLCJJc0l0YWxpYyI6ZmFsc2UsIklzVW5kZXJsaW5lZCI6ZmFsc2UsIlBhcmVudFN0eWxlIjpudWxsfSwiQXV0b1NpemUiOjAsIkZvcmVncm91bmQiOnsiJGlkIjoiNzg3IiwiQ29sb3IiOnsiJGlkIjoiNzg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3ODkiLCJUb3AiOjAuMCwiTGVmdCI6MC4wLCJSaWdodCI6MC4wLCJCb3R0b20iOjAuMH0sIlBhZGRpbmciOnsiJGlkIjoiNzkwIiwiVG9wIjowLjAsIkxlZnQiOjAuMCwiUmlnaHQiOjAuMCwiQm90dG9tIjowLjB9LCJCYWNrZ3JvdW5kIjp7IiRpZCI6Ijc5MSIsIkNvbG9yIjp7IiRpZCI6Ijc5MiIsIkEiOjAsIlIiOjI1NSwiRyI6MjU1LCJCIjoyNTV9fSwiSXNWaXNpYmxlIjpmYWxzZSwiV2lkdGgiOjAuMCwiSGVpZ2h0IjowLjAsIkJvcmRlclN0eWxlIjp7IiRpZCI6Ijc5MyIsIkxpbmVDb2xvciI6bnVsbCwiTGluZVdlaWdodCI6MC4wLCJMaW5lVHlwZSI6MCwiUGFyZW50U3R5bGUiOm51bGx9LCJQYXJlbnRTdHlsZSI6bnVsbH0sIkRhdGVGb3JtYXQiOnsiJGlkIjoiNz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5NSIsIkZvcm1hdCI6MCwiSXNWaXNpYmxlIjpmYWxzZSwiTGFzdEtub3duVmlzaWJpbGl0eVN0YXRlIjpmYWxzZX0sIklzVmlzaWJsZSI6dHJ1ZSwiUGFyZW50U3R5bGUiOm51bGx9LCJJbmRleCI6MTMsIlBlcmNlbnRhZ2VDb21wbGV0ZSI6bnVsbCwiUG9zaXRpb24iOnsiUmF0aW8iOjAuMCwiSXNDdXN0b20iOmZhbHNlfSwiRGF0ZUZvcm1hdCI6eyIkcmVmIjoiNzk0In0sIldlZWtOdW1iZXJpbmciOnsiJGlkIjoiNzk2IiwiRm9ybWF0IjowLCJJc1Zpc2libGUiOmZhbHNlLCJMYXN0S25vd25WaXNpYmlsaXR5U3RhdGUiOmZhbHNlfSwiUmVsYXRlZFRhc2tJZCI6ImM3NzcwZWIzLWU0MzQtNDQ1MC04M2ViLWYwY2RhNTMyNDFjNyIsIklkIjoiNWYyMmUyOTUtMjY5Zi00MmU5LWIxY2UtOThiNDExOGFiM2QwIiwiSW1wb3J0SWQiOm51bGwsIlRpdGxlIjoiUHJpY2UgTGlzdCAoSHlwb3RoZXNpcykiLCJOb3RlIjpudWxsLCJIeXBlcmxpbmsiOnsiJGlkIjoiNzk3IiwiQWRkcmVzcyI6IiIsIlN1YkFkZHJlc3MiOiIifSwiSXNDaGFuZ2VkIjpmYWxzZSwiSXNOZXciOmZhbHNlfV0sIlRhc2tEZWZpbml0aW9uIjp7IiRpZCI6Ijc5OCIsIkdyb3VwTmFtZSI6bnVsbCwiU3RhcnREYXRlIjoiMjAyMi0wNC0wMlQwMDowMDowMFoiLCJFbmREYXRlIjoiMjAyMi0wNi0xMFQyMzo1OTowMFoiLCJQZXJjZW50YWdlQ29tcGxldGUiOm51bGwsIlN0eWxlIjp7IiRpZCI6Ijc5OSIsIlNoYXBlIjo3LCJTaGFwZVRoaWNrbmVzcyI6MCwiRHVyYXRpb25Gb3JtYXQiOjAsIkluY2x1ZGVOb25Xb3JraW5nRGF5c0luRHVyYXRpb24iOmZhbHNlLCJQZXJjZW50YWdlQ29tcGxldGVTdHlsZSI6eyIkaWQiOiI4MDAiLCJGb250U2V0dGluZ3MiOnsiJGlkIjoiODAxIiwiRm9udFNpemUiOjEwLCJGb250TmFtZSI6IkNhbGlicmkiLCJJc0JvbGQiOmZhbHNlLCJJc0l0YWxpYyI6ZmFsc2UsIklzVW5kZXJsaW5lZCI6ZmFsc2UsIlBhcmVudFN0eWxlIjpudWxsfSwiQXV0b1NpemUiOjAsIkZvcmVncm91bmQiOnsiJGlkIjoiODAyIiwiQ29sb3IiOnsiJGlkIjoiODA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A0IiwiVG9wIjowLjAsIkxlZnQiOjAuMCwiUmlnaHQiOjAuMCwiQm90dG9tIjowLjB9LCJQYWRkaW5nIjp7IiRpZCI6IjgwNSIsIlRvcCI6MC4wLCJMZWZ0IjowLjAsIlJpZ2h0IjowLjAsIkJvdHRvbSI6MC4wfSwiQmFja2dyb3VuZCI6eyIkaWQiOiI4MDYiLCJDb2xvciI6eyIkaWQiOiI4MDciLCJBIjo4OSwiUiI6MCwiRyI6MCwiQiI6MH19LCJJc1Zpc2libGUiOnRydWUsIldpZHRoIjowLjAsIkhlaWdodCI6MC4wLCJCb3JkZXJTdHlsZSI6eyIkaWQiOiI4MDgiLCJMaW5lQ29sb3IiOm51bGwsIkxpbmVXZWlnaHQiOjAuMCwiTGluZVR5cGUiOjAsIlBhcmVudFN0eWxlIjpudWxsfSwiUGFyZW50U3R5bGUiOm51bGx9LCJEdXJhdGlvblN0eWxlIjp7IiRpZCI6IjgwOSIsIkZvbnRTZXR0aW5ncyI6eyIkaWQiOiI4MTAiLCJGb250U2l6ZSI6MTAsIkZvbnROYW1lIjoiQ2FsaWJyaSIsIklzQm9sZCI6ZmFsc2UsIklzSXRhbGljIjpmYWxzZSwiSXNVbmRlcmxpbmVkIjpmYWxzZSwiUGFyZW50U3R5bGUiOm51bGx9LCJBdXRvU2l6ZSI6MCwiRm9yZWdyb3VuZCI6eyIkaWQiOiI4MTEiLCJDb2xvciI6eyIkaWQiOiI4MT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MTMiLCJUb3AiOjAuMCwiTGVmdCI6MC4wLCJSaWdodCI6MC4wLCJCb3R0b20iOjAuMH0sIlBhZGRpbmciOnsiJGlkIjoiODE0IiwiVG9wIjowLjAsIkxlZnQiOjAuMCwiUmlnaHQiOjAuMCwiQm90dG9tIjowLjB9LCJCYWNrZ3JvdW5kIjp7IiRpZCI6IjgxNSIsIkNvbG9yIjp7IiRyZWYiOiI4MDcifX0sIklzVmlzaWJsZSI6dHJ1ZSwiV2lkdGgiOjAuMCwiSGVpZ2h0IjowLjAsIkJvcmRlclN0eWxlIjp7IiRpZCI6IjgxNiIsIkxpbmVDb2xvciI6bnVsbCwiTGluZVdlaWdodCI6MC4wLCJMaW5lVHlwZSI6MCwiUGFyZW50U3R5bGUiOm51bGx9LCJQYXJlbnRTdHlsZSI6bnVsbH0sIkhvcml6b250YWxDb25uZWN0b3JTdHlsZSI6eyIkaWQiOiI4MTciLCJMaW5lQ29sb3IiOnsiJGlkIjoiODE4IiwiJHR5cGUiOiJOTFJFLkNvbW1vbi5Eb20uU29saWRDb2xvckJydXNoLCBOTFJFLkNvbW1vbiIsIkNvbG9yIjp7IiRpZCI6IjgxOSIsIkEiOjI1NSwiUiI6MjA0LCJHIjoyMDQsIkIiOjIwNH19LCJMaW5lV2VpZ2h0IjoxLjAsIkxpbmVUeXBlIjowLCJQYXJlbnRTdHlsZSI6bnVsbH0sIlZlcnRpY2FsQ29ubmVjdG9yU3R5bGUiOnsiJGlkIjoiODIwIiwiTGluZUNvbG9yIjp7IiRpZCI6IjgyMSIsIiR0eXBlIjoiTkxSRS5Db21tb24uRG9tLlNvbGlkQ29sb3JCcnVzaCwgTkxSRS5Db21tb24iLCJDb2xvciI6eyIkaWQiOiI4MjI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4MjMiLCJNYXJnaW4iOnsiJGlkIjoiODI0IiwiVG9wIjowLjAsIkxlZnQiOjQuMCwiUmlnaHQiOjQuMCwiQm90dG9tIjowLjB9LCJQYWRkaW5nIjp7IiRpZCI6IjgyNSIsIlRvcCI6MC4wLCJMZWZ0IjowLjAsIlJpZ2h0IjowLjAsIkJvdHRvbSI6MC4wfSwiQmFja2dyb3VuZCI6eyIkaWQiOiI4MjYiLCJDb2xvciI6eyIkaWQiOiI4MjciLCJBIjoyNTUsIlIiOjIzNywiRyI6MTI1LCJCIjo0OX19LCJJc1Zpc2libGUiOnRydWUsIldpZHRoIjowLjAsIkhlaWdodCI6MTAuMCwiQm9yZGVyU3R5bGUiOnsiJGlkIjoiODI4IiwiTGluZUNvbG9yIjp7IiRpZCI6IjgyOSIsIiR0eXBlIjoiTkxSRS5Db21tb24uRG9tLlNvbGlkQ29sb3JCcnVzaCwgTkxSRS5Db21tb24iLCJDb2xvciI6eyIkaWQiOiI4MzAiLCJBIjoyNTUsIlIiOjI1NSwiRyI6MCwiQiI6MH19LCJMaW5lV2VpZ2h0IjowLjAsIkxpbmVUeXBlIjowLCJQYXJlbnRTdHlsZSI6bnVsbH0sIlBhcmVudFN0eWxlIjpudWxsfSwiVGl0bGVTdHlsZSI6eyIkaWQiOiI4MzEiLCJGb250U2V0dGluZ3MiOnsiJGlkIjoiODMyIiwiRm9udFNpemUiOjExLCJGb250TmFtZSI6IkNhbGlicmkiLCJJc0JvbGQiOnRydWUsIklzSXRhbGljIjpmYWxzZSwiSXNVbmRlcmxpbmVkIjpmYWxzZSwiUGFyZW50U3R5bGUiOm51bGx9LCJBdXRvU2l6ZSI6MiwiRm9yZWdyb3VuZCI6eyIkaWQiOiI4MzMiLCJDb2xvciI6eyIkaWQiOiI4MzQiLCJBIjoyNTUsIlIiOjI1NSwiRyI6MjU1LCJCIjoyNTV9fSwiTWF4V2lkdGgiOjcxLjUyMzMzMzMzMzMzMzM0MSwiTWF4SGVpZ2h0IjoiSW5maW5pdHkiLCJTbWFydEZvcmVncm91bmRJc0FjdGl2ZSI6ZmFsc2UsIkhvcml6b250YWxBbGlnbm1lbnQiOjEsIlZlcnRpY2FsQWxpZ25tZW50IjowLCJTbWFydEZvcmVncm91bmQiOm51bGwsIkJhY2tncm91bmRGaWxsVHlwZSI6MCwiTWFyZ2luIjp7IiRpZCI6IjgzNSIsIlRvcCI6MC4wLCJMZWZ0IjowLjAsIlJpZ2h0IjowLjAsIkJvdHRvbSI6MC4wfSwiUGFkZGluZyI6eyIkaWQiOiI4MzYiLCJUb3AiOjAuMCwiTGVmdCI6MC4wLCJSaWdodCI6MC4wLCJCb3R0b20iOjAuMH0sIkJhY2tncm91bmQiOnsiJGlkIjoiODM3IiwiQ29sb3IiOnsiJGlkIjoiODM4IiwiQSI6MCwiUiI6MjU1LCJHIjoyNTUsIkIiOjI1NX1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DYWxpYnJpIiwiSXNCb2xkIjpmYWxzZSwiSXNJdGFsaWMiOmZhbHNlLCJJc1VuZGVybGluZWQiOmZhbHNlLCJQYXJlbnRTdHlsZSI6bnVsbH0sIkF1dG9TaXplIjowLCJGb3JlZ3JvdW5kIjp7IiRpZCI6Ijg0MiIsIkNvbG9yIjp7IiRpZCI6Ijg0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DQ0IiwiVG9wIjowLjAsIkxlZnQiOjAuMCwiUmlnaHQiOjAuMCwiQm90dG9tIjowLjB9LCJQYWRkaW5nIjp7IiRpZCI6Ijg0NSIsIlRvcCI6MC4wLCJMZWZ0IjowLjAsIlJpZ2h0IjowLjAsIkJvdHRvbSI6MC4wfSwiQmFja2dyb3VuZCI6eyIkaWQiOiI4NDYiLCJDb2xvciI6eyIkcmVmIjoiODA3In19LCJJc1Zpc2libGUiOnRydWUsIldpZHRoIjowLjAsIkhlaWdodCI6MC4wLCJCb3JkZXJTdHlsZSI6eyIkaWQiOiI4NDciLCJMaW5lQ29sb3IiOm51bGwsIkxpbmVXZWlnaHQiOjAuMCwiTGluZVR5cGUiOjAsIlBhcmVudFN0eWxlIjpudWxsfSwiUGFyZW50U3R5bGUiOm51bGx9LCJEYXRlRm9ybWF0Ijp7IiRpZCI6Ijg0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DkiLCJGb3JtYXQiOjAsIklzVmlzaWJsZSI6ZmFsc2UsIkxhc3RLbm93blZpc2liaWxpdHlTdGF0ZSI6ZmFsc2V9LCJJc1Zpc2libGUiOnRydWUsIlBhcmVudFN0eWxlIjpudWxsfSwiSW5kZXgiOjEyLCJTbWFydER1cmF0aW9uQWN0aXZhdGVkIjpmYWxzZSwiRGF0ZUZvcm1hdCI6eyIkcmVmIjoiODQ4In0sIldlZWtOdW1iZXJpbmciOnsiJGlkIjoiODUwIiwiRm9ybWF0IjowLCJJc1Zpc2libGUiOmZhbHNlLCJMYXN0S25vd25WaXNpYmlsaXR5U3RhdGUiOmZhbHNlfSwiSWQiOiJjNzc3MGViMy1lNDM0LTQ0NTAtODNlYi1mMGNkYTUzMjQxYzciLCJJbXBvcnRJZCI6bnVsbCwiVGl0bGUiOiJCdXNpbmVzcyBNb2RlbCIsIk5vdGUiOm51bGwsIkh5cGVybGluayI6eyIkaWQiOiI4NTEiLCJBZGRyZXNzIjoiIiwiU3ViQWRkcmVzcyI6IiJ9LCJJc0NoYW5nZWQiOmZhbHNlLCJJc05ldyI6ZmFsc2V9fSx7IiRpZCI6Ijg1MiIsIl9hdHRhY2hlZE1pbGVzdG9uZXMiOltdLCJUYXNrRGVmaW5pdGlvbiI6eyIkaWQiOiI4NTMiLCJHcm91cE5hbWUiOm51bGwsIlN0YXJ0RGF0ZSI6IjIwMjItMDYtMDVUMjM6NTE6MDBaIiwiRW5kRGF0ZSI6IjIwMjItMDgtMDVUMTI6NTU6MDBaIiwiUGVyY2VudGFnZUNvbXBsZXRlIjpudWxsLCJTdHlsZSI6eyIkaWQiOiI4NTQiLCJTaGFwZSI6NywiU2hhcGVUaGlja25lc3MiOjAsIkR1cmF0aW9uRm9ybWF0IjowLCJJbmNsdWRlTm9uV29ya2luZ0RheXNJbkR1cmF0aW9uIjpmYWxzZSwiUGVyY2VudGFnZUNvbXBsZXRlU3R5bGUiOnsiJGlkIjoiODU1IiwiRm9udFNldHRpbmdzIjp7IiRpZCI6Ijg1NiIsIkZvbnRTaXplIjoxMCwiRm9udE5hbWUiOiJDYWxpYnJpIiwiSXNCb2xkIjpmYWxzZSwiSXNJdGFsaWMiOmZhbHNlLCJJc1VuZGVybGluZWQiOmZhbHNlLCJQYXJlbnRTdHlsZSI6bnVsbH0sIkF1dG9TaXplIjowLCJGb3JlZ3JvdW5kIjp7IiRpZCI6Ijg1NyIsIkNvbG9yIjp7IiRpZCI6Ijg1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1OSIsIlRvcCI6MC4wLCJMZWZ0IjowLjAsIlJpZ2h0IjowLjAsIkJvdHRvbSI6MC4wfSwiUGFkZGluZyI6eyIkaWQiOiI4NjAiLCJUb3AiOjAuMCwiTGVmdCI6MC4wLCJSaWdodCI6MC4wLCJCb3R0b20iOjAuMH0sIkJhY2tncm91bmQiOnsiJGlkIjoiODYxIiwiQ29sb3IiOnsiJGlkIjoiODYyIiwiQSI6ODksIlIiOjAsIkciOjAsIkIiOjB9fSwiSXNWaXNpYmxlIjp0cnVlLCJXaWR0aCI6MC4wLCJIZWlnaHQiOjAuMCwiQm9yZGVyU3R5bGUiOnsiJGlkIjoiODYzIiwiTGluZUNvbG9yIjpudWxsLCJMaW5lV2VpZ2h0IjowLjAsIkxpbmVUeXBlIjowLCJQYXJlbnRTdHlsZSI6bnVsbH0sIlBhcmVudFN0eWxlIjpudWxsfSwiRHVyYXRpb25TdHlsZSI6eyIkaWQiOiI4NjQiLCJGb250U2V0dGluZ3MiOnsiJGlkIjoiODY1IiwiRm9udFNpemUiOjEwLCJGb250TmFtZSI6IkNhbGlicmkiLCJJc0JvbGQiOmZhbHNlLCJJc0l0YWxpYyI6ZmFsc2UsIklzVW5kZXJsaW5lZCI6ZmFsc2UsIlBhcmVudFN0eWxlIjpudWxsfSwiQXV0b1NpemUiOjAsIkZvcmVncm91bmQiOnsiJGlkIjoiODY2IiwiQ29sb3IiOnsiJGlkIjoiODY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Y4IiwiVG9wIjowLjAsIkxlZnQiOjAuMCwiUmlnaHQiOjAuMCwiQm90dG9tIjowLjB9LCJQYWRkaW5nIjp7IiRpZCI6Ijg2OSIsIlRvcCI6MC4wLCJMZWZ0IjowLjAsIlJpZ2h0IjowLjAsIkJvdHRvbSI6MC4wfSwiQmFja2dyb3VuZCI6eyIkaWQiOiI4NzAiLCJDb2xvciI6eyIkcmVmIjoiODYyIn19LCJJc1Zpc2libGUiOnRydWUsIldpZHRoIjowLjAsIkhlaWdodCI6MC4wLCJCb3JkZXJTdHlsZSI6eyIkaWQiOiI4NzEiLCJMaW5lQ29sb3IiOm51bGwsIkxpbmVXZWlnaHQiOjAuMCwiTGluZVR5cGUiOjAsIlBhcmVudFN0eWxlIjpudWxsfSwiUGFyZW50U3R5bGUiOm51bGx9LCJIb3Jpem9udGFsQ29ubmVjdG9yU3R5bGUiOnsiJGlkIjoiODcyIiwiTGluZUNvbG9yIjp7IiRpZCI6Ijg3MyIsIiR0eXBlIjoiTkxSRS5Db21tb24uRG9tLlNvbGlkQ29sb3JCcnVzaCwgTkxSRS5Db21tb24iLCJDb2xvciI6eyIkaWQiOiI4NzQiLCJBIjoyNTUsIlIiOjIwNCwiRyI6MjA0LCJCIjoyMDR9fSwiTGluZVdlaWdodCI6MS4wLCJMaW5lVHlwZSI6MCwiUGFyZW50U3R5bGUiOm51bGx9LCJWZXJ0aWNhbENvbm5lY3RvclN0eWxlIjp7IiRpZCI6Ijg3NSIsIkxpbmVDb2xvciI6eyIkaWQiOiI4NzYiLCIkdHlwZSI6Ik5MUkUuQ29tbW9uLkRvbS5Tb2xpZENvbG9yQnJ1c2gsIE5MUkUuQ29tbW9uIiwiQ29sb3IiOnsiJGlkIjoiODc3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ODc4IiwiTWFyZ2luIjp7IiRpZCI6Ijg3OSIsIlRvcCI6MC4wLCJMZWZ0Ijo0LjAsIlJpZ2h0Ijo0LjAsIkJvdHRvbSI6MC4wfSwiUGFkZGluZyI6eyIkaWQiOiI4ODAiLCJUb3AiOjAuMCwiTGVmdCI6MC4wLCJSaWdodCI6MC4wLCJCb3R0b20iOjAuMH0sIkJhY2tncm91bmQiOnsiJGlkIjoiODgxIiwiQ29sb3IiOnsiJGlkIjoiODgyIiwiQSI6MjU1LCJSIjoyMzcsIkciOjEyNSwiQiI6NDl9fSwiSXNWaXNpYmxlIjp0cnVlLCJXaWR0aCI6MC4wLCJIZWlnaHQiOjEwLjAsIkJvcmRlclN0eWxlIjp7IiRpZCI6Ijg4MyIsIkxpbmVDb2xvciI6eyIkaWQiOiI4ODQiLCIkdHlwZSI6Ik5MUkUuQ29tbW9uLkRvbS5Tb2xpZENvbG9yQnJ1c2gsIE5MUkUuQ29tbW9uIiwiQ29sb3IiOnsiJGlkIjoiODg1IiwiQSI6MjU1LCJSIjoyNTUsIkciOjAsIkIiOjB9fSwiTGluZVdlaWdodCI6MC4wLCJMaW5lVHlwZSI6MCwiUGFyZW50U3R5bGUiOm51bGx9LCJQYXJlbnRTdHlsZSI6bnVsbH0sIlRpdGxlU3R5bGUiOnsiJGlkIjoiODg2IiwiRm9udFNldHRpbmdzIjp7IiRpZCI6Ijg4NyIsIkZvbnRTaXplIjoxMSwiRm9udE5hbWUiOiJDYWxpYnJpIiwiSXNCb2xkIjp0cnVlLCJJc0l0YWxpYyI6ZmFsc2UsIklzVW5kZXJsaW5lZCI6ZmFsc2UsIlBhcmVudFN0eWxlIjpudWxsfSwiQXV0b1NpemUiOjIsIkZvcmVncm91bmQiOnsiJGlkIjoiODg4IiwiQ29sb3IiOnsiJGlkIjoiODg5IiwiQSI6MjU1LCJSIjoyNTUsIkciOjI1NSwiQiI6MjU1fX0sIk1heFdpZHRoIjo2Ni4yNzMzMzMzMzMzMzMzNDEsIk1heEhlaWdodCI6IkluZmluaXR5IiwiU21hcnRGb3JlZ3JvdW5kSXNBY3RpdmUiOmZhbHNlLCJIb3Jpem9udGFsQWxpZ25tZW50IjoxLCJWZXJ0aWNhbEFsaWdubWVudCI6MCwiU21hcnRGb3JlZ3JvdW5kIjpudWxsLCJCYWNrZ3JvdW5kRmlsbFR5cGUiOjAsIk1hcmdpbiI6eyIkaWQiOiI4OTAiLCJUb3AiOjAuMCwiTGVmdCI6MC4wLCJSaWdodCI6MC4wLCJCb3R0b20iOjAuMH0sIlBhZGRpbmciOnsiJGlkIjoiODkxIiwiVG9wIjowLjAsIkxlZnQiOjAuMCwiUmlnaHQiOjAuMCwiQm90dG9tIjowLjB9LCJCYWNrZ3JvdW5kIjp7IiRpZCI6Ijg5MiIsIkNvbG9yIjp7IiRpZCI6Ijg5MyIsIkEiOjAsIlIiOjI1NSwiRyI6MjU1LCJCIjoyNTV9fSwiSXNWaXNpYmxlIjp0cnVlLCJXaWR0aCI6MC4wLCJIZWlnaHQiOjAuMCwiQm9yZGVyU3R5bGUiOnsiJGlkIjoiODk0IiwiTGluZUNvbG9yIjpudWxsLCJMaW5lV2VpZ2h0IjowLjAsIkxpbmVUeXBlIjowLCJQYXJlbnRTdHlsZSI6bnVsbH0sIlBhcmVudFN0eWxlIjpudWxsfSwiRGF0ZVN0eWxlIjp7IiRpZCI6Ijg5NSIsIkZvbnRTZXR0aW5ncyI6eyIkaWQiOiI4OTYiLCJGb250U2l6ZSI6MTAsIkZvbnROYW1lIjoiQ2FsaWJyaSIsIklzQm9sZCI6ZmFsc2UsIklzSXRhbGljIjpmYWxzZSwiSXNVbmRlcmxpbmVkIjpmYWxzZSwiUGFyZW50U3R5bGUiOm51bGx9LCJBdXRvU2l6ZSI6MCwiRm9yZWdyb3VuZCI6eyIkaWQiOiI4OTciLCJDb2xvciI6eyIkaWQiOiI4OT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5OSIsIlRvcCI6MC4wLCJMZWZ0IjowLjAsIlJpZ2h0IjowLjAsIkJvdHRvbSI6MC4wfSwiUGFkZGluZyI6eyIkaWQiOiI5MDAiLCJUb3AiOjAuMCwiTGVmdCI6MC4wLCJSaWdodCI6MC4wLCJCb3R0b20iOjAuMH0sIkJhY2tncm91bmQiOnsiJGlkIjoiOTAxIiwiQ29sb3IiOnsiJHJlZiI6Ijg2MiJ9fSwiSXNWaXNpYmxlIjp0cnVlLCJXaWR0aCI6MC4wLCJIZWlnaHQiOjAuMCwiQm9yZGVyU3R5bGUiOnsiJGlkIjoiOTAyIiwiTGluZUNvbG9yIjpudWxsLCJMaW5lV2VpZ2h0IjowLjAsIkxpbmVUeXBlIjowLCJQYXJlbnRTdHlsZSI6bnVsbH0sIlBhcmVudFN0eWxlIjpudWxsfSwiRGF0ZUZvcm1hdCI6eyIkaWQiOiI5M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A0IiwiRm9ybWF0IjowLCJJc1Zpc2libGUiOmZhbHNlLCJMYXN0S25vd25WaXNpYmlsaXR5U3RhdGUiOmZhbHNlfSwiSXNWaXNpYmxlIjp0cnVlLCJQYXJlbnRTdHlsZSI6bnVsbH0sIkluZGV4IjoxMywiU21hcnREdXJhdGlvbkFjdGl2YXRlZCI6ZmFsc2UsIkRhdGVGb3JtYXQiOnsiJHJlZiI6IjkwMyJ9LCJXZWVrTnVtYmVyaW5nIjp7IiRpZCI6IjkwNSIsIkZvcm1hdCI6MCwiSXNWaXNpYmxlIjpmYWxzZSwiTGFzdEtub3duVmlzaWJpbGl0eVN0YXRlIjpmYWxzZX0sIklkIjoiNDBjNzY5NmMtOGIzYS00YjFkLWI4M2QtNzY3MzBlNWQ5MmMyIiwiSW1wb3J0SWQiOm51bGwsIlRpdGxlIjoiUHJpY2UgUmVzZWFyY2giLCJOb3RlIjpudWxsLCJIeXBlcmxpbmsiOnsiJGlkIjoiOTA2IiwiQWRkcmVzcyI6IiIsIlN1YkFkZHJlc3MiOiIifSwiSXNDaGFuZ2VkIjpmYWxzZSwiSXNOZXciOmZhbHNlfX1dLCJfbWlsZXN0b25lcyI6W10sIklkIjoiZGFiOWQ0OTEtYzcxYi00ZDk5LWFlYTEtM2NhYzAxZDIyNzJmIiwiSXNTaW5nbGVJdGVtUm93IjpmYWxzZX0seyIkaWQiOiI5MDciLCJfdGFza3MiOlt7IiRpZCI6IjkwOCIsIl9hdHRhY2hlZE1pbGVzdG9uZXMiOlt7IiRpZCI6IjkwOSIsIkRhdGUiOiIyMDIyLTA3LTI4VDIzOjU5OjAwIiwiU3R5bGUiOnsiJGlkIjoiOTEwIiwiU2hhcGUiOjE0LCJDb25uZWN0b3JNYXJnaW4iOnsiJGlkIjoiOTExIiwiVG9wIjowLjAsIkxlZnQiOjIuMCwiUmlnaHQiOjIuMCwiQm90dG9tIjowLjB9LCJDb25uZWN0b3JTdHlsZSI6eyIkaWQiOiI5MTIiLCJMaW5lQ29sb3IiOnsiJGlkIjoiOTEzIiwiJHR5cGUiOiJOTFJFLkNvbW1vbi5Eb20uU29saWRDb2xvckJydXNoLCBOTFJFLkNvbW1vbiIsIkNvbG9yIjp7IiRpZCI6IjkxNCIsIkEiOjEyNywiUiI6MTMyLCJHIjo2MCwiQiI6MTJ9fSwiTGluZVdlaWdodCI6MS4wLCJMaW5lVHlwZSI6MCwiUGFyZW50U3R5bGUiOm51bGx9LCJJc0JlbG93VGltZWJhbmQiOnRydWUsIlBvc2l0aW9uT25UYXNrIjozLCJIaWRlRGF0ZSI6ZmFsc2UsIlNoYXBlU2l6ZSI6MSwiU3BhY2luZyI6MS4wLCJQYWRkaW5nIjp7IiRpZCI6IjkxNSIsIlRvcCI6Ny4wLCJMZWZ0IjozLjAsIlJpZ2h0IjowLjAsIkJvdHRvbSI6Mi4wfSwiU2hhcGVTdHlsZSI6eyIkaWQiOiI5MTYiLCJNYXJnaW4iOnsiJGlkIjoiOTE3IiwiVG9wIjowLjAsIkxlZnQiOjAuMCwiUmlnaHQiOjAuMCwiQm90dG9tIjowLjB9LCJQYWRkaW5nIjp7IiRpZCI6IjkxOCIsIlRvcCI6MC4wLCJMZWZ0IjowLjAsIlJpZ2h0IjowLjAsIkJvdHRvbSI6MC4wfSwiQmFja2dyb3VuZCI6eyIkaWQiOiI5MTkiLCJDb2xvciI6eyIkaWQiOiI5MjAiLCJBIjoyNTUsIlIiOjEzMiwiRyI6NjAsIkIiOjEyfX0sIklzVmlzaWJsZSI6dHJ1ZSwiV2lkdGgiOjE4LjAsIkhlaWdodCI6MjAuMCwiQm9yZGVyU3R5bGUiOnsiJGlkIjoiOTIxIiwiTGluZUNvbG9yIjpudWxsLCJMaW5lV2VpZ2h0IjowLjAsIkxpbmVUeXBlIjowLCJQYXJlbnRTdHlsZSI6bnVsbH0sIlBhcmVudFN0eWxlIjpudWxsfSwiVGl0bGVTdHlsZSI6eyIkaWQiOiI5MjIiLCJGb250U2V0dGluZ3MiOnsiJGlkIjoiOTIzIiwiRm9udFNpemUiOjExLCJGb250TmFtZSI6IkNhbGlicmkiLCJJc0JvbGQiOnRydWUsIklzSXRhbGljIjpmYWxzZSwiSXNVbmRlcmxpbmVkIjpmYWxzZSwiUGFyZW50U3R5bGUiOm51bGx9LCJBdXRvU2l6ZSI6MCwiRm9yZWdyb3VuZCI6eyIkaWQiOiI5MjQiLCJDb2xvciI6eyIkaWQiOiI5MjU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OTI2IiwiVG9wIjowLjAsIkxlZnQiOjAuMCwiUmlnaHQiOjAuMCwiQm90dG9tIjowLjB9LCJQYWRkaW5nIjp7IiRpZCI6IjkyNyIsIlRvcCI6MC4wLCJMZWZ0IjowLjAsIlJpZ2h0IjowLjAsIkJvdHRvbSI6MC4wfSwiQmFja2dyb3VuZCI6eyIkaWQiOiI5MjgiLCJDb2xvciI6eyIkaWQiOiI5MjkiLCJBIjowLCJSIjoyNTUsIkciOjI1NSwiQiI6MjU1fX0sIklzVmlzaWJsZSI6dHJ1ZSwiV2lkdGgiOjAuMCwiSGVpZ2h0IjowLjAsIkJvcmRlclN0eWxlIjp7IiRpZCI6IjkzMCIsIkxpbmVDb2xvciI6bnVsbCwiTGluZVdlaWdodCI6MC4wLCJMaW5lVHlwZSI6MCwiUGFyZW50U3R5bGUiOm51bGx9LCJQYXJlbnRTdHlsZSI6bnVsbH0sIkRhdGVTdHlsZSI6eyIkaWQiOiI5MzEiLCJGb250U2V0dGluZ3MiOnsiJGlkIjoiOTMyIiwiRm9udFNpemUiOjEwLCJGb250TmFtZSI6IkNhbGlicmkiLCJJc0JvbGQiOmZhbHNlLCJJc0l0YWxpYyI6ZmFsc2UsIklzVW5kZXJsaW5lZCI6ZmFsc2UsIlBhcmVudFN0eWxlIjpudWxsfSwiQXV0b1NpemUiOjAsIkZvcmVncm91bmQiOnsiJGlkIjoiOTMzIiwiQ29sb3IiOnsiJGlkIjoiOTM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5MzUiLCJUb3AiOjAuMCwiTGVmdCI6MC4wLCJSaWdodCI6MC4wLCJCb3R0b20iOjAuMH0sIlBhZGRpbmciOnsiJGlkIjoiOTM2IiwiVG9wIjowLjAsIkxlZnQiOjAuMCwiUmlnaHQiOjAuMCwiQm90dG9tIjowLjB9LCJCYWNrZ3JvdW5kIjp7IiRpZCI6IjkzNyIsIkNvbG9yIjp7IiRpZCI6IjkzOCIsIkEiOjAsIlIiOjI1NSwiRyI6MjU1LCJCIjoyNTV9fSwiSXNWaXNpYmxlIjpmYWxzZSwiV2lkdGgiOjAuMCwiSGVpZ2h0IjowLjAsIkJvcmRlclN0eWxlIjp7IiRpZCI6IjkzOSIsIkxpbmVDb2xvciI6bnVsbCwiTGluZVdlaWdodCI6MC4wLCJMaW5lVHlwZSI6MCwiUGFyZW50U3R5bGUiOm51bGx9LCJQYXJlbnRTdHlsZSI6bnVsbH0sIkRhdGVGb3JtYXQiOnsiJGlkIjoiOTQ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0MSIsIkZvcm1hdCI6MCwiSXNWaXNpYmxlIjpmYWxzZSwiTGFzdEtub3duVmlzaWJpbGl0eVN0YXRlIjpmYWxzZX0sIklzVmlzaWJsZSI6dHJ1ZSwiUGFyZW50U3R5bGUiOm51bGx9LCJJbmRleCI6MTYsIlBlcmNlbnRhZ2VDb21wbGV0ZSI6bnVsbCwiUG9zaXRpb24iOnsiUmF0aW8iOjAuMCwiSXNDdXN0b20iOmZhbHNlfSwiRGF0ZUZvcm1hdCI6eyIkcmVmIjoiOTQwIn0sIldlZWtOdW1iZXJpbmciOnsiJGlkIjoiOTQyIiwiRm9ybWF0IjowLCJJc1Zpc2libGUiOmZhbHNlLCJMYXN0S25vd25WaXNpYmlsaXR5U3RhdGUiOmZhbHNlfSwiUmVsYXRlZFRhc2tJZCI6ImYxYjAzYjlmLWFkYjItNDZkNi1iNzRlLWVmNjZkMmM2NjJkMSIsIklkIjoiOGVkMjhiOTEtODNkZS00NTg4LWE0NmUtZDQzMjMwNjZjMjhmIiwiSW1wb3J0SWQiOm51bGwsIlRpdGxlIjoiRmluYWwgUHJpY2UgTGlzdCIsIk5vdGUiOm51bGwsIkh5cGVybGluayI6eyIkaWQiOiI5NDMiLCJBZGRyZXNzIjoiIiwiU3ViQWRkcmVzcyI6IiJ9LCJJc0NoYW5nZWQiOmZhbHNlLCJJc05ldyI6ZmFsc2V9XSwiVGFza0RlZmluaXRpb24iOnsiJGlkIjoiOTQ0IiwiR3JvdXBOYW1lIjpudWxsLCJTdGFydERhdGUiOiIyMDIyLTA3LTA3VDAwOjAwOjAwWiIsIkVuZERhdGUiOiIyMDIyLTA5LTE0VDIzOjU5OjAwWiIsIlBlcmNlbnRhZ2VDb21wbGV0ZSI6bnVsbCwiU3R5bGUiOnsiJGlkIjoiOTQ1IiwiU2hhcGUiOjcsIlNoYXBlVGhpY2tuZXNzIjowLCJEdXJhdGlvbkZvcm1hdCI6MCwiSW5jbHVkZU5vbldvcmtpbmdEYXlzSW5EdXJhdGlvbiI6ZmFsc2UsIlBlcmNlbnRhZ2VDb21wbGV0ZVN0eWxlIjp7IiRpZCI6Ijk0NiIsIkZvbnRTZXR0aW5ncyI6eyIkaWQiOiI5NDciLCJGb250U2l6ZSI6MTAsIkZvbnROYW1lIjoiQ2FsaWJyaSIsIklzQm9sZCI6ZmFsc2UsIklzSXRhbGljIjpmYWxzZSwiSXNVbmRlcmxpbmVkIjpmYWxzZSwiUGFyZW50U3R5bGUiOm51bGx9LCJBdXRvU2l6ZSI6MCwiRm9yZWdyb3VuZCI6eyIkaWQiOiI5NDgiLCJDb2xvciI6eyIkaWQiOiI5ND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TAiLCJUb3AiOjAuMCwiTGVmdCI6MC4wLCJSaWdodCI6MC4wLCJCb3R0b20iOjAuMH0sIlBhZGRpbmciOnsiJGlkIjoiOTUxIiwiVG9wIjowLjAsIkxlZnQiOjAuMCwiUmlnaHQiOjAuMCwiQm90dG9tIjowLjB9LCJCYWNrZ3JvdW5kIjp7IiRpZCI6Ijk1MiIsIkNvbG9yIjp7IiRpZCI6Ijk1MyIsIkEiOjg5LCJSIjowLCJHIjowLCJCIjowfX0sIklzVmlzaWJsZSI6dHJ1ZSwiV2lkdGgiOjAuMCwiSGVpZ2h0IjowLjAsIkJvcmRlclN0eWxlIjp7IiRpZCI6Ijk1NCIsIkxpbmVDb2xvciI6bnVsbCwiTGluZVdlaWdodCI6MC4wLCJMaW5lVHlwZSI6MCwiUGFyZW50U3R5bGUiOm51bGx9LCJQYXJlbnRTdHlsZSI6bnVsbH0sIkR1cmF0aW9uU3R5bGUiOnsiJGlkIjoiOTU1IiwiRm9udFNldHRpbmdzIjp7IiRpZCI6Ijk1NiIsIkZvbnRTaXplIjoxMCwiRm9udE5hbWUiOiJDYWxpYnJpIiwiSXNCb2xkIjpmYWxzZSwiSXNJdGFsaWMiOmZhbHNlLCJJc1VuZGVybGluZWQiOmZhbHNlLCJQYXJlbnRTdHlsZSI6bnVsbH0sIkF1dG9TaXplIjowLCJGb3JlZ3JvdW5kIjp7IiRpZCI6Ijk1NyIsIkNvbG9yIjp7IiRpZCI6Ijk1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1OSIsIlRvcCI6MC4wLCJMZWZ0IjowLjAsIlJpZ2h0IjowLjAsIkJvdHRvbSI6MC4wfSwiUGFkZGluZyI6eyIkaWQiOiI5NjAiLCJUb3AiOjAuMCwiTGVmdCI6MC4wLCJSaWdodCI6MC4wLCJCb3R0b20iOjAuMH0sIkJhY2tncm91bmQiOnsiJGlkIjoiOTYxIiwiQ29sb3IiOnsiJHJlZiI6Ijk1MyJ9fSwiSXNWaXNpYmxlIjp0cnVlLCJXaWR0aCI6MC4wLCJIZWlnaHQiOjAuMCwiQm9yZGVyU3R5bGUiOnsiJGlkIjoiOTYyIiwiTGluZUNvbG9yIjpudWxsLCJMaW5lV2VpZ2h0IjowLjAsIkxpbmVUeXBlIjowLCJQYXJlbnRTdHlsZSI6bnVsbH0sIlBhcmVudFN0eWxlIjpudWxsfSwiSG9yaXpvbnRhbENvbm5lY3RvclN0eWxlIjp7IiRpZCI6Ijk2MyIsIkxpbmVDb2xvciI6eyIkaWQiOiI5NjQiLCIkdHlwZSI6Ik5MUkUuQ29tbW9uLkRvbS5Tb2xpZENvbG9yQnJ1c2gsIE5MUkUuQ29tbW9uIiwiQ29sb3IiOnsiJGlkIjoiOTY1IiwiQSI6MjU1LCJSIjoyMDQsIkciOjIwNCwiQiI6MjA0fX0sIkxpbmVXZWlnaHQiOjEuMCwiTGluZVR5cGUiOjAsIlBhcmVudFN0eWxlIjpudWxsfSwiVmVydGljYWxDb25uZWN0b3JTdHlsZSI6eyIkaWQiOiI5NjYiLCJMaW5lQ29sb3IiOnsiJGlkIjoiOTY3IiwiJHR5cGUiOiJOTFJFLkNvbW1vbi5Eb20uU29saWRDb2xvckJydXNoLCBOTFJFLkNvbW1vbiIsIkNvbG9yIjp7IiRpZCI6Ijk2O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k2OSIsIk1hcmdpbiI6eyIkaWQiOiI5NzAiLCJUb3AiOjAuMCwiTGVmdCI6NC4wLCJSaWdodCI6NC4wLCJCb3R0b20iOjAuMH0sIlBhZGRpbmciOnsiJGlkIjoiOTcxIiwiVG9wIjowLjAsIkxlZnQiOjAuMCwiUmlnaHQiOjAuMCwiQm90dG9tIjowLjB9LCJCYWNrZ3JvdW5kIjp7IiRpZCI6Ijk3MiIsIkNvbG9yIjp7IiRpZCI6Ijk3MyIsIkEiOjI1NSwiUiI6MjM3LCJHIjoxMjUsIkIiOjQ5fX0sIklzVmlzaWJsZSI6dHJ1ZSwiV2lkdGgiOjAuMCwiSGVpZ2h0IjoxMC4wLCJCb3JkZXJTdHlsZSI6eyIkaWQiOiI5NzQiLCJMaW5lQ29sb3IiOnsiJGlkIjoiOTc1IiwiJHR5cGUiOiJOTFJFLkNvbW1vbi5Eb20uU29saWRDb2xvckJydXNoLCBOTFJFLkNvbW1vbiIsIkNvbG9yIjp7IiRpZCI6Ijk3NiIsIkEiOjI1NSwiUiI6MjU1LCJHIjowLCJCIjowfX0sIkxpbmVXZWlnaHQiOjAuMCwiTGluZVR5cGUiOjAsIlBhcmVudFN0eWxlIjpudWxsfSwiUGFyZW50U3R5bGUiOm51bGx9LCJUaXRsZVN0eWxlIjp7IiRpZCI6Ijk3NyIsIkZvbnRTZXR0aW5ncyI6eyIkaWQiOiI5NzgiLCJGb250U2l6ZSI6MTEsIkZvbnROYW1lIjoiQ2FsaWJyaSIsIklzQm9sZCI6dHJ1ZSwiSXNJdGFsaWMiOmZhbHNlLCJJc1VuZGVybGluZWQiOmZhbHNlLCJQYXJlbnRTdHlsZSI6bnVsbH0sIkF1dG9TaXplIjowLCJGb3JlZ3JvdW5kIjp7IiRpZCI6Ijk3OSIsIkNvbG9yIjp7IiRpZCI6Ijk4MC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5ODEiLCJUb3AiOjAuMCwiTGVmdCI6MC4wLCJSaWdodCI6MC4wLCJCb3R0b20iOjAuMH0sIlBhZGRpbmciOnsiJGlkIjoiOTgyIiwiVG9wIjowLjAsIkxlZnQiOjAuMCwiUmlnaHQiOjAuMCwiQm90dG9tIjowLjB9LCJCYWNrZ3JvdW5kIjp7IiRpZCI6Ijk4MyIsIkNvbG9yIjp7IiRpZCI6Ijk4NCIsIkEiOjAsIlIiOjI1NSwiRyI6MjU1LCJCIjoyNTV9fSwiSXNWaXNpYmxlIjp0cnVlLCJXaWR0aCI6MC4wLCJIZWlnaHQiOjAuMCwiQm9yZGVyU3R5bGUiOnsiJGlkIjoiOTg1IiwiTGluZUNvbG9yIjpudWxsLCJMaW5lV2VpZ2h0IjowLjAsIkxpbmVUeXBlIjowLCJQYXJlbnRTdHlsZSI6bnVsbH0sIlBhcmVudFN0eWxlIjpudWxsfSwiRGF0ZVN0eWxlIjp7IiRpZCI6Ijk4NiIsIkZvbnRTZXR0aW5ncyI6eyIkaWQiOiI5ODciLCJGb250U2l6ZSI6MTAsIkZvbnROYW1lIjoiQ2FsaWJyaSIsIklzQm9sZCI6ZmFsc2UsIklzSXRhbGljIjpmYWxzZSwiSXNVbmRlcmxpbmVkIjpmYWxzZSwiUGFyZW50U3R5bGUiOm51bGx9LCJBdXRvU2l6ZSI6MCwiRm9yZWdyb3VuZCI6eyIkaWQiOiI5ODgiLCJDb2xvciI6eyIkaWQiOiI5OD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k5MCIsIlRvcCI6MC4wLCJMZWZ0IjowLjAsIlJpZ2h0IjowLjAsIkJvdHRvbSI6MC4wfSwiUGFkZGluZyI6eyIkaWQiOiI5OTEiLCJUb3AiOjAuMCwiTGVmdCI6MC4wLCJSaWdodCI6MC4wLCJCb3R0b20iOjAuMH0sIkJhY2tncm91bmQiOnsiJGlkIjoiOTkyIiwiQ29sb3IiOnsiJHJlZiI6Ijk1MyJ9fSwiSXNWaXNpYmxlIjp0cnVlLCJXaWR0aCI6MC4wLCJIZWlnaHQiOjAuMCwiQm9yZGVyU3R5bGUiOnsiJGlkIjoiOTkzIiwiTGluZUNvbG9yIjpudWxsLCJMaW5lV2VpZ2h0IjowLjAsIkxpbmVUeXBlIjowLCJQYXJlbnRTdHlsZSI6bnVsbH0sIlBhcmVudFN0eWxlIjpudWxsfSwiRGF0ZUZvcm1hdCI6eyIkaWQiOiI5O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k1IiwiRm9ybWF0IjowLCJJc1Zpc2libGUiOmZhbHNlLCJMYXN0S25vd25WaXNpYmlsaXR5U3RhdGUiOmZhbHNlfSwiSXNWaXNpYmxlIjp0cnVlLCJQYXJlbnRTdHlsZSI6bnVsbH0sIkluZGV4IjoxNSwiU21hcnREdXJhdGlvbkFjdGl2YXRlZCI6ZmFsc2UsIkRhdGVGb3JtYXQiOnsiJHJlZiI6Ijk5NCJ9LCJXZWVrTnVtYmVyaW5nIjp7IiRpZCI6Ijk5NiIsIkZvcm1hdCI6MCwiSXNWaXNpYmxlIjpmYWxzZSwiTGFzdEtub3duVmlzaWJpbGl0eVN0YXRlIjpmYWxzZX0sIklkIjoiZjFiMDNiOWYtYWRiMi00NmQ2LWI3NGUtZWY2NmQyYzY2MmQxIiwiSW1wb3J0SWQiOm51bGwsIlRpdGxlIjoiT2JqZWN0aXZlcyIsIk5vdGUiOm51bGwsIkh5cGVybGluayI6eyIkaWQiOiI5OTciLCJBZGRyZXNzIjoiIiwiU3ViQWRkcmVzcyI6IiJ9LCJJc0NoYW5nZWQiOmZhbHNlLCJJc05ldyI6ZmFsc2V9fV0sIl9taWxlc3RvbmVzIjpbXSwiSWQiOiIwMDAwMDAwMC0wMDAwLTAwMDAtMDAwMC0wMDAwMDAwMDAwMDAiLCJJc1NpbmdsZUl0ZW1Sb3ciOnRydWV9LHsiJGlkIjoiOTk4IiwiX3Rhc2tzIjpbeyIkaWQiOiI5OTkiLCJfYXR0YWNoZWRNaWxlc3RvbmVzIjpbXSwiVGFza0RlZmluaXRpb24iOnsiJGlkIjoiMTAwMCIsIkdyb3VwTmFtZSI6bnVsbCwiU3RhcnREYXRlIjoiMjAyMi0wOC0wM1QwMDowMDowMFoiLCJFbmREYXRlIjoiMjAyMi0xMC0yOFQwNTozODowMFoiLCJQZXJjZW50YWdlQ29tcGxldGUiOjc1LjAsIlN0eWxlIjp7IiRpZCI6IjEwMDEiLCJTaGFwZSI6NywiU2hhcGVUaGlja25lc3MiOjAsIkR1cmF0aW9uRm9ybWF0IjowLCJJbmNsdWRlTm9uV29ya2luZ0RheXNJbkR1cmF0aW9uIjpmYWxzZSwiUGVyY2VudGFnZUNvbXBsZXRlU3R5bGUiOnsiJGlkIjoiMTAwMiIsIkZvbnRTZXR0aW5ncyI6eyIkaWQiOiIxMDAzIiwiRm9udFNpemUiOjEwLCJGb250TmFtZSI6IkNhbGlicmkiLCJJc0JvbGQiOmZhbHNlLCJJc0l0YWxpYyI6ZmFsc2UsIklzVW5kZXJsaW5lZCI6ZmFsc2UsIlBhcmVudFN0eWxlIjpudWxsfSwiQXV0b1NpemUiOjAsIkZvcmVncm91bmQiOnsiJGlkIjoiMTAwNCIsIkNvbG9yIjp7IiRpZCI6IjEwM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DA2IiwiVG9wIjowLjAsIkxlZnQiOjAuMCwiUmlnaHQiOjAuMCwiQm90dG9tIjowLjB9LCJQYWRkaW5nIjp7IiRpZCI6IjEwMDciLCJUb3AiOjAuMCwiTGVmdCI6MC4wLCJSaWdodCI6MC4wLCJCb3R0b20iOjAuMH0sIkJhY2tncm91bmQiOnsiJGlkIjoiMTAwOCIsIkNvbG9yIjp7IiRpZCI6IjEwMDkiLCJBIjo4OSwiUiI6MCwiRyI6MCwiQiI6MH19LCJJc1Zpc2libGUiOnRydWUsIldpZHRoIjowLjAsIkhlaWdodCI6MC4wLCJCb3JkZXJTdHlsZSI6eyIkaWQiOiIxMDEwIiwiTGluZUNvbG9yIjpudWxsLCJMaW5lV2VpZ2h0IjowLjAsIkxpbmVUeXBlIjowLCJQYXJlbnRTdHlsZSI6bnVsbH0sIlBhcmVudFN0eWxlIjpudWxsfSwiRHVyYXRpb25TdHlsZSI6eyIkaWQiOiIxMDExIiwiRm9udFNldHRpbmdzIjp7IiRpZCI6IjEwMTIiLCJGb250U2l6ZSI6MTAsIkZvbnROYW1lIjoiQ2FsaWJyaSIsIklzQm9sZCI6ZmFsc2UsIklzSXRhbGljIjpmYWxzZSwiSXNVbmRlcmxpbmVkIjpmYWxzZSwiUGFyZW50U3R5bGUiOm51bGx9LCJBdXRvU2l6ZSI6MCwiRm9yZWdyb3VuZCI6eyIkaWQiOiIxMDEzIiwiQ29sb3IiOnsiJGlkIjoiMTAx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wMTUiLCJUb3AiOjAuMCwiTGVmdCI6MC4wLCJSaWdodCI6MC4wLCJCb3R0b20iOjAuMH0sIlBhZGRpbmciOnsiJGlkIjoiMTAxNiIsIlRvcCI6MC4wLCJMZWZ0IjowLjAsIlJpZ2h0IjowLjAsIkJvdHRvbSI6MC4wfSwiQmFja2dyb3VuZCI6eyIkaWQiOiIxMDE3IiwiQ29sb3IiOnsiJHJlZiI6IjEwMDkifX0sIklzVmlzaWJsZSI6dHJ1ZSwiV2lkdGgiOjAuMCwiSGVpZ2h0IjowLjAsIkJvcmRlclN0eWxlIjp7IiRpZCI6IjEwMTgiLCJMaW5lQ29sb3IiOm51bGwsIkxpbmVXZWlnaHQiOjAuMCwiTGluZVR5cGUiOjAsIlBhcmVudFN0eWxlIjpudWxsfSwiUGFyZW50U3R5bGUiOm51bGx9LCJIb3Jpem9udGFsQ29ubmVjdG9yU3R5bGUiOnsiJGlkIjoiMTAxOSIsIkxpbmVDb2xvciI6eyIkaWQiOiIxMDIwIiwiJHR5cGUiOiJOTFJFLkNvbW1vbi5Eb20uU29saWRDb2xvckJydXNoLCBOTFJFLkNvbW1vbiIsIkNvbG9yIjp7IiRpZCI6IjEwMjEiLCJBIjoyNTUsIlIiOjIwNCwiRyI6MjA0LCJCIjoyMDR9fSwiTGluZVdlaWdodCI6MS4wLCJMaW5lVHlwZSI6MCwiUGFyZW50U3R5bGUiOm51bGx9LCJWZXJ0aWNhbENvbm5lY3RvclN0eWxlIjp7IiRpZCI6IjEwMjIiLCJMaW5lQ29sb3IiOnsiJGlkIjoiMTAyMyIsIiR0eXBlIjoiTkxSRS5Db21tb24uRG9tLlNvbGlkQ29sb3JCcnVzaCwgTkxSRS5Db21tb24iLCJDb2xvciI6eyIkaWQiOiIxMDI0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TAyNSIsIk1hcmdpbiI6eyIkaWQiOiIxMDI2IiwiVG9wIjowLjAsIkxlZnQiOjQuMCwiUmlnaHQiOjQuMCwiQm90dG9tIjowLjB9LCJQYWRkaW5nIjp7IiRpZCI6IjEwMjciLCJUb3AiOjAuMCwiTGVmdCI6MC4wLCJSaWdodCI6MC4wLCJCb3R0b20iOjAuMH0sIkJhY2tncm91bmQiOnsiJGlkIjoiMTAyOCIsIkNvbG9yIjp7IiRpZCI6IjEwMjkiLCJBIjoyNTUsIlIiOjIzNywiRyI6MTI1LCJCIjo0OX19LCJJc1Zpc2libGUiOnRydWUsIldpZHRoIjowLjAsIkhlaWdodCI6MTAuMCwiQm9yZGVyU3R5bGUiOnsiJGlkIjoiMTAzMCIsIkxpbmVDb2xvciI6eyIkaWQiOiIxMDMxIiwiJHR5cGUiOiJOTFJFLkNvbW1vbi5Eb20uU29saWRDb2xvckJydXNoLCBOTFJFLkNvbW1vbiIsIkNvbG9yIjp7IiRpZCI6IjEwMzIiLCJBIjoyNTUsIlIiOjI1NSwiRyI6MCwiQiI6MH19LCJMaW5lV2VpZ2h0IjowLjAsIkxpbmVUeXBlIjowLCJQYXJlbnRTdHlsZSI6bnVsbH0sIlBhcmVudFN0eWxlIjpudWxsfSwiVGl0bGVTdHlsZSI6eyIkaWQiOiIxMDMzIiwiRm9udFNldHRpbmdzIjp7IiRpZCI6IjEwMzQiLCJGb250U2l6ZSI6MTEsIkZvbnROYW1lIjoiQ2FsaWJyaSIsIklzQm9sZCI6dHJ1ZSwiSXNJdGFsaWMiOmZhbHNlLCJJc1VuZGVybGluZWQiOmZhbHNlLCJQYXJlbnRTdHlsZSI6bnVsbH0sIkF1dG9TaXplIjoyLCJGb3JlZ3JvdW5kIjp7IiRpZCI6IjEwMzUiLCJDb2xvciI6eyIkaWQiOiIxMDM2IiwiQSI6MjU1LCJSIjoyNTUsIkciOjI1NSwiQiI6MjU1fX0sIk1heFdpZHRoIjo5NS45NDAwMDAwMDAwMDAwMTIsIk1heEhlaWdodCI6IkluZmluaXR5IiwiU21hcnRGb3JlZ3JvdW5kSXNBY3RpdmUiOmZhbHNlLCJIb3Jpem9udGFsQWxpZ25tZW50IjoxLCJWZXJ0aWNhbEFsaWdubWVudCI6MCwiU21hcnRGb3JlZ3JvdW5kIjpudWxsLCJCYWNrZ3JvdW5kRmlsbFR5cGUiOjAsIk1hcmdpbiI6eyIkaWQiOiIxMDM3IiwiVG9wIjowLjAsIkxlZnQiOjAuMCwiUmlnaHQiOjAuMCwiQm90dG9tIjowLjB9LCJQYWRkaW5nIjp7IiRpZCI6IjEwMzgiLCJUb3AiOjAuMCwiTGVmdCI6MC4wLCJSaWdodCI6MC4wLCJCb3R0b20iOjAuMH0sIkJhY2tncm91bmQiOnsiJGlkIjoiMTAzOSIsIkNvbG9yIjp7IiRpZCI6IjEwNDAiLCJBIjowLCJSIjoyNTUsIkciOjI1NSwiQiI6MjU1fX0sIklzVmlzaWJsZSI6dHJ1ZSwiV2lkdGgiOjAuMCwiSGVpZ2h0IjowLjAsIkJvcmRlclN0eWxlIjp7IiRpZCI6IjEwNDEiLCJMaW5lQ29sb3IiOm51bGwsIkxpbmVXZWlnaHQiOjAuMCwiTGluZVR5cGUiOjAsIlBhcmVudFN0eWxlIjpudWxsfSwiUGFyZW50U3R5bGUiOm51bGx9LCJEYXRlU3R5bGUiOnsiJGlkIjoiMTA0MiIsIkZvbnRTZXR0aW5ncyI6eyIkaWQiOiIxMDQzIiwiRm9udFNpemUiOjEwLCJGb250TmFtZSI6IkNhbGlicmkiLCJJc0JvbGQiOmZhbHNlLCJJc0l0YWxpYyI6ZmFsc2UsIklzVW5kZXJsaW5lZCI6ZmFsc2UsIlBhcmVudFN0eWxlIjpudWxsfSwiQXV0b1NpemUiOjAsIkZvcmVncm91bmQiOnsiJGlkIjoiMTA0NCIsIkNvbG9yIjp7IiRpZCI6IjEwN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wNDYiLCJUb3AiOjAuMCwiTGVmdCI6MC4wLCJSaWdodCI6MC4wLCJCb3R0b20iOjAuMH0sIlBhZGRpbmciOnsiJGlkIjoiMTA0NyIsIlRvcCI6MC4wLCJMZWZ0IjowLjAsIlJpZ2h0IjowLjAsIkJvdHRvbSI6MC4wfSwiQmFja2dyb3VuZCI6eyIkaWQiOiIxMDQ4IiwiQ29sb3IiOnsiJHJlZiI6IjEwMDkifX0sIklzVmlzaWJsZSI6dHJ1ZSwiV2lkdGgiOjAuMCwiSGVpZ2h0IjowLjAsIkJvcmRlclN0eWxlIjp7IiRpZCI6IjEwNDkiLCJMaW5lQ29sb3IiOm51bGwsIkxpbmVXZWlnaHQiOjAuMCwiTGluZVR5cGUiOjAsIlBhcmVudFN0eWxlIjpudWxsfSwiUGFyZW50U3R5bGUiOm51bGx9LCJEYXRlRm9ybWF0Ijp7IiRpZCI6IjEw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SIsIkZvcm1hdCI6MCwiSXNWaXNpYmxlIjpmYWxzZSwiTGFzdEtub3duVmlzaWJpbGl0eVN0YXRlIjpmYWxzZX0sIklzVmlzaWJsZSI6dHJ1ZSwiUGFyZW50U3R5bGUiOm51bGx9LCJJbmRleCI6MTYsIlNtYXJ0RHVyYXRpb25BY3RpdmF0ZWQiOmZhbHNlLCJEYXRlRm9ybWF0Ijp7IiRyZWYiOiIxMDUwIn0sIldlZWtOdW1iZXJpbmciOnsiJGlkIjoiMTA1MiIsIkZvcm1hdCI6MCwiSXNWaXNpYmxlIjpmYWxzZSwiTGFzdEtub3duVmlzaWJpbGl0eVN0YXRlIjpmYWxzZX0sIklkIjoiYzYwOTEwMDktNmQ1YS00YjZmLTlkZTctNmI2M2ZlYWRjZjk0IiwiSW1wb3J0SWQiOm51bGwsIlRpdGxlIjoiU2FsZXMgVHJlbmRzIEFuYWx5c2lzIiwiTm90ZSI6bnVsbCwiSHlwZXJsaW5rIjp7IiRpZCI6IjEwNTMiLCJBZGRyZXNzIjoiIiwiU3ViQWRkcmVzcyI6IiJ9LCJJc0NoYW5nZWQiOmZhbHNlLCJJc05ldyI6ZmFsc2V9fV0sIl9taWxlc3RvbmVzIjpbXSwiSWQiOiIwMDAwMDAwMC0wMDAwLTAwMDAtMDAwMC0wMDAwMDAwMDAwMDAiLCJJc1NpbmdsZUl0ZW1Sb3ciOnRydWV9XSwiSW5kZXgiOjAsIklkIjoiYjI2ZGIzOGItMDNjNi00OWM5LThhMmMtNTQyOTAxNzkwYjZmIiwiSGVhZGVyVGV4dCI6IiIsIklzRGVmYXVsdCI6dHJ1ZSwiU3R5bGUiOnsiJGlkIjoiMTA1NCIsIkhlYWRlclN0eWxlIjp7IiRpZCI6IjEwNTUiLCJUZXh0U3R5bGUiOnsiJGlkIjoiMTA1NiIsIkZvbnRTZXR0aW5ncyI6eyIkaWQiOiIxMDU3IiwiRm9udFNpemUiOjExLCJGb250TmFtZSI6IkNhbGlicmkiLCJJc0JvbGQiOmZhbHNlLCJJc0l0YWxpYyI6ZmFsc2UsIklzVW5kZXJsaW5lZCI6ZmFsc2UsIlBhcmVudFN0eWxlIjpudWxsfSwiQXV0b1NpemUiOjIsIkZvcmVncm91bmQiOnsiJGlkIjoiMTA1OCIsIkNvbG9yIjp7IiRpZCI6IjEwNTkiLCJBIjoyNTUsIlIiOjAsIkciOjAsIkIiOjB9fSwiTWF4V2lkdGgiOjAuMCwiTWF4SGVpZ2h0IjoiSW5maW5pdHkiLCJTbWFydEZvcmVncm91bmRJc0FjdGl2ZSI6ZmFsc2UsIkhvcml6b250YWxBbGlnbm1lbnQiOjAsIlZlcnRpY2FsQWxpZ25tZW50IjowLCJTbWFydEZvcmVncm91bmQiOm51bGwsIkJhY2tncm91bmRGaWxsVHlwZSI6MCwiTWFyZ2luIjp7IiRpZCI6IjEwNjAiLCJUb3AiOjAuMCwiTGVmdCI6MC4wLCJSaWdodCI6MC4wLCJCb3R0b20iOjAuMH0sIlBhZGRpbmciOnsiJGlkIjoiMTA2MSIsIlRvcCI6MC4wLCJMZWZ0IjowLjAsIlJpZ2h0IjowLjAsIkJvdHRvbSI6MC4wfSwiQmFja2dyb3VuZCI6bnVsbCwiSXNWaXNpYmxlIjp0cnVlLCJXaWR0aCI6MC4wLCJIZWlnaHQiOjAuMCwiQm9yZGVyU3R5bGUiOm51bGwsIlBhcmVudFN0eWxlIjpudWxsfSwiUmVjdGFuZ2xlU3R5bGUiOnsiJGlkIjoiMTA2MiIsIk1hcmdpbiI6eyIkaWQiOiIxMDYzIiwiVG9wIjowLjAsIkxlZnQiOjAuMCwiUmlnaHQiOjAuMCwiQm90dG9tIjowLjB9LCJQYWRkaW5nIjp7IiRpZCI6IjEwNjQiLCJUb3AiOjAuMCwiTGVmdCI6MC4wLCJSaWdodCI6MC4wLCJCb3R0b20iOjAuMH0sIkJhY2tncm91bmQiOnsiJGlkIjoiMTA2NSIsIkNvbG9yIjp7IiRpZCI6IjEwNjYiLCJBIjo2MywiUiI6MjM3LCJHIjoxMjUsIkIiOjQ5fX0sIklzVmlzaWJsZSI6dHJ1ZSwiV2lkdGgiOjAuMCwiSGVpZ2h0IjowLjAsIkJvcmRlclN0eWxlIjp7IiRpZCI6IjEwNjciLCJMaW5lQ29sb3IiOnsiJGlkIjoiMTA2OCIsIiR0eXBlIjoiTkxSRS5Db21tb24uRG9tLlNvbGlkQ29sb3JCcnVzaCwgTkxSRS5Db21tb24iLCJDb2xvciI6eyIkaWQiOiIxMDY5IiwiQSI6MjU1LCJSIjoyNTUsIkciOjAsIkIiOjB9fSwiTGluZVdlaWdodCI6MC4wLCJMaW5lVHlwZSI6MCwiUGFyZW50U3R5bGUiOm51bGx9LCJQYXJlbnRTdHlsZSI6bnVsbH0sIk1hcmdpbiI6eyIkaWQiOiIxMDcwIiwiVG9wIjowLjAsIkxlZnQiOjAuMCwiUmlnaHQiOjAuMCwiQm90dG9tIjowLjB9LCJQYWRkaW5nIjp7IiRpZCI6IjEwNzEiLCJUb3AiOjAuMCwiTGVmdCI6MC4wLCJSaWdodCI6MC4wLCJCb3R0b20iOjAuMH0sIkJhY2tncm91bmQiOm51bGwsIklzVmlzaWJsZSI6dHJ1ZSwiV2lkdGgiOjAuMCwiSGVpZ2h0IjowLjAsIkJvcmRlclN0eWxlIjpudWxsLCJQYXJlbnRTdHlsZSI6bnVsbH0sIkJhY2tncm91bmRTdHlsZSI6eyIkaWQiOiIxMDcyIiwiTWFyZ2luIjp7IiRpZCI6IjEwNzMiLCJUb3AiOjAuMCwiTGVmdCI6MC4wLCJSaWdodCI6MC4wLCJCb3R0b20iOjAuMH0sIlBhZGRpbmciOnsiJGlkIjoiMTA3NCIsIlRvcCI6MC4wLCJMZWZ0IjowLjAsIlJpZ2h0IjowLjAsIkJvdHRvbSI6MC4wfSwiQmFja2dyb3VuZCI6eyIkaWQiOiIxMDc1IiwiQ29sb3IiOnsiJGlkIjoiMTA3NiIsIkEiOjM4LCJSIjoyMzcsIkciOjEyNSwiQiI6NDl9fSwiSXNWaXNpYmxlIjp0cnVlLCJXaWR0aCI6MC4wLCJIZWlnaHQiOjAuMCwiQm9yZGVyU3R5bGUiOnsiJGlkIjoiMTA3NyIsIkxpbmVDb2xvciI6eyIkaWQiOiIxMDc4IiwiJHR5cGUiOiJOTFJFLkNvbW1vbi5Eb20uU29saWRDb2xvckJydXNoLCBOTFJFLkNvbW1vbiIsIkNvbG9yIjp7IiRpZCI6IjEwNzkiLCJBIjoyNTUsIlIiOjIzNCwiRyI6MjIsIkIiOjMwfX0sIkxpbmVXZWlnaHQiOjAuMCwiTGluZVR5cGUiOjAsIlBhcmVudFN0eWxlIjpudWxsfSwiUGFyZW50U3R5bGUiOm51bGx9LCJNYXJnaW4iOnsiJGlkIjoiMTA4MCIsIlRvcCI6MC4wLCJMZWZ0IjowLjAsIlJpZ2h0IjowLjAsIkJvdHRvbSI6MC4wfSwiUGFkZGluZyI6eyIkaWQiOiIxMDgxIiwiVG9wIjowLjAsIkxlZnQiOjAuMCwiUmlnaHQiOjAuMCwiQm90dG9tIjowLjB9LCJJc1Zpc2libGUiOnRydWUsIldpZHRoIjowLjAsIkhlaWdodCI6MC4wLCJCb3JkZXJTdHlsZSI6eyIkaWQiOiIxMDgyIiwiTGluZUNvbG9yIjpudWxsLCJMaW5lV2VpZ2h0IjowLjAsIkxpbmVUeXBlIjowLCJQYXJlbnRTdHlsZSI6bnVsbH0sIlBhcmVudFN0eWxlIjpudWxsfX1dLCJJZCI6IjA4OWQ3ZWI5LTg4MjctNDUyNy05NDhhLTFlZjQ2NDZlODc0NiIsIkluZGV4IjoxLCJIZWFkZXJUZXh0IjoiU3RyYXRlZ3kiLCJTdHlsZSI6eyIkaWQiOiIxMDgzIiwiU3R5bGVJZCI6IjAwMDAwMDAwLTAwMDAtMDAwMC0wMDAwLTAwMDAwMDAwMDAwMCIsIkhlYWRlclN0eWxlIjp7IiRpZCI6IjEwODQiLCJUZXh0SXNWZXJ0aWNhbCI6ZmFsc2UsIlRleHRTdHlsZSI6eyIkaWQiOiIxMDg1IiwiRm9udFNldHRpbmdzIjp7IiRpZCI6IjEwODYiLCJGb250U2l6ZSI6MTIsIkZvbnROYW1lIjoiQ2FsaWJyaSIsIklzQm9sZCI6dHJ1ZSwiSXNJdGFsaWMiOmZhbHNlLCJJc1VuZGVybGluZWQiOmZhbHNlLCJQYXJlbnRTdHlsZSI6bnVsbH0sIkF1dG9TaXplIjoyLCJGb3JlZ3JvdW5kIjp7IiRpZCI6IjEwODciLCJDb2xvciI6eyIkaWQiOiIxMDg4IiwiQSI6MjU1LCJSIjoyNTUsIkciOjI1NSwiQiI6MjU1fX0sIk1heFdpZHRoIjo4Ni44ODAwMDAwMDAwMDAwMSwiTWF4SGVpZ2h0IjoiSW5maW5pdHkiLCJTbWFydEZvcmVncm91bmRJc0FjdGl2ZSI6ZmFsc2UsIkhvcml6b250YWxBbGlnbm1lbnQiOjAsIlZlcnRpY2FsQWxpZ25tZW50IjowLCJTbWFydEZvcmVncm91bmQiOm51bGwsIkJhY2tncm91bmRGaWxsVHlwZSI6MCwiTWFyZ2luIjp7IiRpZCI6IjEwODkiLCJUb3AiOjAuMCwiTGVmdCI6MC4wLCJSaWdodCI6MC4wLCJCb3R0b20iOjAuMH0sIlBhZGRpbmciOnsiJGlkIjoiMTA5MCIsIlRvcCI6MC4wLCJMZWZ0IjowLjAsIlJpZ2h0IjowLjAsIkJvdHRvbSI6MC4wfSwiQmFja2dyb3VuZCI6bnVsbCwiSXNWaXNpYmxlIjpmYWxzZSwiV2lkdGgiOjAuMCwiSGVpZ2h0IjowLjAsIkJvcmRlclN0eWxlIjpudWxsLCJQYXJlbnRTdHlsZSI6bnVsbH0sIlJlY3RhbmdsZVN0eWxlIjp7IiRpZCI6IjEwOTEiLCJNYXJnaW4iOnsiJGlkIjoiMTA5MiIsIlRvcCI6MC4wLCJMZWZ0IjowLjAsIlJpZ2h0IjowLjAsIkJvdHRvbSI6MC4wfSwiUGFkZGluZyI6eyIkaWQiOiIxMDkzIiwiVG9wIjowLjAsIkxlZnQiOjAuMCwiUmlnaHQiOjAuMCwiQm90dG9tIjowLjB9LCJCYWNrZ3JvdW5kIjp7IiRpZCI6IjEwOTQiLCJDb2xvciI6eyIkaWQiOiIxMDk1IiwiQSI6MjU1LCJSIjoyMzcsIkciOjEyNSwiQiI6NDl9fSwiSXNWaXNpYmxlIjp0cnVlLCJXaWR0aCI6MC4wLCJIZWlnaHQiOjAuMCwiQm9yZGVyU3R5bGUiOnsiJGlkIjoiMTA5NiIsIkxpbmVDb2xvciI6eyIkaWQiOiIxMDk3IiwiJHR5cGUiOiJOTFJFLkNvbW1vbi5Eb20uU29saWRDb2xvckJydXNoLCBOTFJFLkNvbW1vbiIsIkNvbG9yIjp7IiRpZCI6IjEwOTgiLCJBIjoyNTUsIlIiOjIxLCJHIjozNywiQiI6NjZ9fSwiTGluZVdlaWdodCI6MC4wLCJMaW5lVHlwZSI6MCwiUGFyZW50U3R5bGUiOm51bGx9LCJQYXJlbnRTdHlsZSI6bnVsbH0sIk1hcmdpbiI6eyIkaWQiOiIxMDk5IiwiVG9wIjowLjAsIkxlZnQiOjAuMCwiUmlnaHQiOjAuMCwiQm90dG9tIjowLjB9LCJQYWRkaW5nIjp7IiRpZCI6IjExMDAiLCJUb3AiOjAuMCwiTGVmdCI6MC4wLCJSaWdodCI6MC4wLCJCb3R0b20iOjAuMH0sIkJhY2tncm91bmQiOm51bGwsIklzVmlzaWJsZSI6dHJ1ZSwiV2lkdGgiOjAuMCwiSGVpZ2h0IjowLjAsIkJvcmRlclN0eWxlIjpudWxsLCJQYXJlbnRTdHlsZSI6bnVsbH0sIkJhY2tncm91bmRTdHlsZSI6eyIkaWQiOiIxMTAxIiwiTWFyZ2luIjp7IiRpZCI6IjExMDIiLCJUb3AiOjAuMCwiTGVmdCI6MC4wLCJSaWdodCI6MC4wLCJCb3R0b20iOjAuMH0sIlBhZGRpbmciOnsiJGlkIjoiMTEwMyIsIlRvcCI6MC4wLCJMZWZ0IjowLjAsIlJpZ2h0IjowLjAsIkJvdHRvbSI6MC4wfSwiQmFja2dyb3VuZCI6eyIkaWQiOiIxMTA0IiwiQ29sb3IiOnsiJGlkIjoiMTEwNSIsIkEiOjM4LCJSIjoyMzcsIkciOjEyNSwiQiI6NDl9fSwiSXNWaXNpYmxlIjp0cnVlLCJXaWR0aCI6MC4wLCJIZWlnaHQiOjAuMCwiQm9yZGVyU3R5bGUiOnsiJGlkIjoiMTEwNiIsIkxpbmVDb2xvciI6eyIkaWQiOiIxMTA3IiwiJHR5cGUiOiJOTFJFLkNvbW1vbi5Eb20uU29saWRDb2xvckJydXNoLCBOTFJFLkNvbW1vbiIsIkNvbG9yIjp7IiRpZCI6IjExMDgiLCJBIjoyNTUsIlIiOjIxLCJHIjozNywiQiI6NjZ9fSwiTGluZVdlaWdodCI6MC4wLCJMaW5lVHlwZSI6MCwiUGFyZW50U3R5bGUiOm51bGx9LCJQYXJlbnRTdHlsZSI6bnVsbH0sIklzQWJvdmVUaW1lYmFuZCI6ZmFsc2UsIlNwYWNpbmciOjUsIkRlZmF1bHRTd2ltbGFuZVRhc2tTdHlsZSI6eyIkaWQiOiIxMTA5IiwiJHR5cGUiOiJOTFJFLkNvbW1vbi5Eb20uU3R5bGVzLkV4cGxpY2l0U2V0YWJsZVRhc2tTdHlsZSwgTkxSRS5Db21tb24iLCJTaGFwZSI6NywiU2hhcGVUaGlja25lc3MiOjAsIkR1cmF0aW9uRm9ybWF0IjowLCJJbmNsdWRlTm9uV29ya2luZ0RheXNJbkR1cmF0aW9uIjpmYWxzZSwiUGVyY2VudGFnZUNvbXBsZXRlU3R5bGUiOnsiJGlkIjoiMTExMCIsIkZvbnRTZXR0aW5ncyI6eyIkaWQiOiIxMTExIiwiRm9udFNpemUiOjEwLCJGb250TmFtZSI6IkNhbGlicmkiLCJJc0JvbGQiOmZhbHNlLCJJc0l0YWxpYyI6ZmFsc2UsIklzVW5kZXJsaW5lZCI6ZmFsc2UsIlBhcmVudFN0eWxlIjpudWxsfSwiQXV0b1NpemUiOjAsIkZvcmVncm91bmQiOnsiJGlkIjoiMTExMiIsIkNvbG9yIjp7IiRpZCI6IjExMT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E0IiwiVG9wIjowLjAsIkxlZnQiOjAuMCwiUmlnaHQiOjAuMCwiQm90dG9tIjowLjB9LCJQYWRkaW5nIjp7IiRpZCI6IjExMTUiLCJUb3AiOjAuMCwiTGVmdCI6MC4wLCJSaWdodCI6MC4wLCJCb3R0b20iOjAuMH0sIkJhY2tncm91bmQiOnsiJGlkIjoiMTExNiIsIkNvbG9yIjp7IiRpZCI6IjExMTciLCJBIjo4OSwiUiI6MCwiRyI6MCwiQiI6MH19LCJJc1Zpc2libGUiOnRydWUsIldpZHRoIjowLjAsIkhlaWdodCI6MC4wLCJCb3JkZXJTdHlsZSI6eyIkaWQiOiIxMTE4IiwiTGluZUNvbG9yIjpudWxsLCJMaW5lV2VpZ2h0IjowLjAsIkxpbmVUeXBlIjowLCJQYXJlbnRTdHlsZSI6bnVsbH0sIlBhcmVudFN0eWxlIjpudWxsfSwiRHVyYXRpb25TdHlsZSI6eyIkaWQiOiIxMTE5IiwiRm9udFNldHRpbmdzIjp7IiRpZCI6IjExMjAiLCJGb250U2l6ZSI6MTAsIkZvbnROYW1lIjoiQ2FsaWJyaSIsIklzQm9sZCI6ZmFsc2UsIklzSXRhbGljIjpmYWxzZSwiSXNVbmRlcmxpbmVkIjpmYWxzZSwiUGFyZW50U3R5bGUiOm51bGx9LCJBdXRvU2l6ZSI6MCwiRm9yZWdyb3VuZCI6eyIkaWQiOiIxMTIxIiwiQ29sb3IiOnsiJGlkIjoiMTEy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xMjMiLCJUb3AiOjAuMCwiTGVmdCI6MC4wLCJSaWdodCI6MC4wLCJCb3R0b20iOjAuMH0sIlBhZGRpbmciOnsiJGlkIjoiMTEyNCIsIlRvcCI6MC4wLCJMZWZ0IjowLjAsIlJpZ2h0IjowLjAsIkJvdHRvbSI6MC4wfSwiQmFja2dyb3VuZCI6eyIkaWQiOiIxMTI1IiwiQ29sb3IiOnsiJHJlZiI6IjExMTcifX0sIklzVmlzaWJsZSI6dHJ1ZSwiV2lkdGgiOjAuMCwiSGVpZ2h0IjowLjAsIkJvcmRlclN0eWxlIjp7IiRpZCI6IjExMjYiLCJMaW5lQ29sb3IiOm51bGwsIkxpbmVXZWlnaHQiOjAuMCwiTGluZVR5cGUiOjAsIlBhcmVudFN0eWxlIjpudWxsfSwiUGFyZW50U3R5bGUiOm51bGx9LCJIb3Jpem9udGFsQ29ubmVjdG9yU3R5bGUiOnsiJGlkIjoiMTEyNyIsIkxpbmVDb2xvciI6eyIkaWQiOiIxMTI4IiwiJHR5cGUiOiJOTFJFLkNvbW1vbi5Eb20uU29saWRDb2xvckJydXNoLCBOTFJFLkNvbW1vbiIsIkNvbG9yIjp7IiRpZCI6IjExMjkiLCJBIjoyNTUsIlIiOjIwNCwiRyI6MjA0LCJCIjoyMDR9fSwiTGluZVdlaWdodCI6MS4wLCJMaW5lVHlwZSI6MCwiUGFyZW50U3R5bGUiOm51bGx9LCJWZXJ0aWNhbENvbm5lY3RvclN0eWxlIjp7IiRpZCI6IjExMzAiLCJMaW5lQ29sb3IiOnsiJGlkIjoiMTEzMSIsIiR0eXBlIjoiTkxSRS5Db21tb24uRG9tLlNvbGlkQ29sb3JCcnVzaCwgTkxSRS5Db21tb24iLCJDb2xvciI6eyIkaWQiOiIxMTMy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TEzMyIsIk1hcmdpbiI6eyIkaWQiOiIxMTM0IiwiVG9wIjowLjAsIkxlZnQiOjQuMCwiUmlnaHQiOjQuMCwiQm90dG9tIjowLjB9LCJQYWRkaW5nIjp7IiRpZCI6IjExMzUiLCJUb3AiOjAuMCwiTGVmdCI6MC4wLCJSaWdodCI6MC4wLCJCb3R0b20iOjAuMH0sIkJhY2tncm91bmQiOnsiJGlkIjoiMTEzNiIsIkNvbG9yIjp7IiRpZCI6IjExMzciLCJBIjoyNTUsIlIiOjIzNywiRyI6MTI1LCJCIjo0OX19LCJJc1Zpc2libGUiOnRydWUsIldpZHRoIjowLjAsIkhlaWdodCI6MTAuMCwiQm9yZGVyU3R5bGUiOnsiJGlkIjoiMTEzOCIsIkxpbmVDb2xvciI6eyIkaWQiOiIxMTM5IiwiJHR5cGUiOiJOTFJFLkNvbW1vbi5Eb20uU29saWRDb2xvckJydXNoLCBOTFJFLkNvbW1vbiIsIkNvbG9yIjp7IiRpZCI6IjExNDAiLCJBIjoyNTUsIlIiOjIzNCwiRyI6MjIsIkIiOjMwfX0sIkxpbmVXZWlnaHQiOjAuMCwiTGluZVR5cGUiOjAsIlBhcmVudFN0eWxlIjpudWxsfSwiUGFyZW50U3R5bGUiOm51bGx9LCJUaXRsZVN0eWxlIjp7IiRpZCI6IjExNDEiLCJGb250U2V0dGluZ3MiOnsiJGlkIjoiMTE0MiIsIkZvbnRTaXplIjoxMSwiRm9udE5hbWUiOiJDYWxpYnJpIiwiSXNCb2xkIjp0cnVlLCJJc0l0YWxpYyI6ZmFsc2UsIklzVW5kZXJsaW5lZCI6ZmFsc2UsIlBhcmVudFN0eWxlIjpudWxsfSwiQXV0b1NpemUiOjAsIkZvcmVncm91bmQiOnsiJGlkIjoiMTE0MyIsIkNvbG9yIjp7IiRpZCI6IjExNDQ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TE0NSIsIlRvcCI6MC4wLCJMZWZ0IjowLjAsIlJpZ2h0IjowLjAsIkJvdHRvbSI6MC4wfSwiUGFkZGluZyI6eyIkaWQiOiIxMTQ2IiwiVG9wIjowLjAsIkxlZnQiOjAuMCwiUmlnaHQiOjAuMCwiQm90dG9tIjowLjB9LCJCYWNrZ3JvdW5kIjp7IiRpZCI6IjExNDciLCJDb2xvciI6eyIkaWQiOiIxMTQ4IiwiQSI6MCwiUiI6MjU1LCJHIjoyNTUsIkIiOjI1NX19LCJJc1Zpc2libGUiOnRydWUsIldpZHRoIjowLjAsIkhlaWdodCI6MC4wLCJCb3JkZXJTdHlsZSI6eyIkaWQiOiIxMTQ5IiwiTGluZUNvbG9yIjpudWxsLCJMaW5lV2VpZ2h0IjowLjAsIkxpbmVUeXBlIjowLCJQYXJlbnRTdHlsZSI6bnVsbH0sIlBhcmVudFN0eWxlIjpudWxsfSwiRGF0ZVN0eWxlIjp7IiRpZCI6IjExNTAiLCJGb250U2V0dGluZ3MiOnsiJGlkIjoiMTE1MSIsIkZvbnRTaXplIjoxMCwiRm9udE5hbWUiOiJDYWxpYnJpIiwiSXNCb2xkIjpmYWxzZSwiSXNJdGFsaWMiOmZhbHNlLCJJc1VuZGVybGluZWQiOmZhbHNlLCJQYXJlbnRTdHlsZSI6bnVsbH0sIkF1dG9TaXplIjowLCJGb3JlZ3JvdW5kIjp7IiRpZCI6IjExNTIiLCJDb2xvciI6eyIkaWQiOiIxMTU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U0IiwiVG9wIjowLjAsIkxlZnQiOjAuMCwiUmlnaHQiOjAuMCwiQm90dG9tIjowLjB9LCJQYWRkaW5nIjp7IiRpZCI6IjExNTUiLCJUb3AiOjAuMCwiTGVmdCI6MC4wLCJSaWdodCI6MC4wLCJCb3R0b20iOjAuMH0sIkJhY2tncm91bmQiOnsiJGlkIjoiMTE1NiIsIkNvbG9yIjp7IiRyZWYiOiIxMTE3In19LCJJc1Zpc2libGUiOnRydWUsIldpZHRoIjowLjAsIkhlaWdodCI6MC4wLCJCb3JkZXJTdHlsZSI6eyIkaWQiOiIxMTU3IiwiTGluZUNvbG9yIjpudWxsLCJMaW5lV2VpZ2h0IjowLjAsIkxpbmVUeXBlIjowLCJQYXJlbnRTdHlsZSI6bnVsbH0sIlBhcmVudFN0eWxlIjpudWxsfSwiRGF0ZUZvcm1hdCI6eyIkaWQiOiIxMTU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TkiLCJGb3JtYXQiOjAsIklzVmlzaWJsZSI6ZmFsc2UsIkxhc3RLbm93blZpc2liaWxpdHlTdGF0ZSI6ZmFsc2V9LCJJc1Zpc2libGUiOnRydWUsIlBhcmVudFN0eWxlIjpudWxsLCJfZXhwbGljaXRseVNldCI6eyIkaWQiOiIxMTYw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xNjEiLCJTaGFwZSI6MTQsIkNvbm5lY3Rvck1hcmdpbiI6eyIkaWQiOiIxMTYyIiwiVG9wIjowLjAsIkxlZnQiOjIuMCwiUmlnaHQiOjIuMCwiQm90dG9tIjowLjB9LCJDb25uZWN0b3JTdHlsZSI6eyIkaWQiOiIxMTYzIiwiTGluZUNvbG9yIjp7IiRpZCI6IjExNjQiLCIkdHlwZSI6Ik5MUkUuQ29tbW9uLkRvbS5Tb2xpZENvbG9yQnJ1c2gsIE5MUkUuQ29tbW9uIiwiQ29sb3IiOnsiJGlkIjoiMTE2NSIsIkEiOjEyNywiUiI6MTMyLCJHIjo2MCwiQiI6MTJ9fSwiTGluZVdlaWdodCI6MS4wLCJMaW5lVHlwZSI6MCwiUGFyZW50U3R5bGUiOm51bGx9LCJJc0JlbG93VGltZWJhbmQiOnRydWUsIlBvc2l0aW9uT25UYXNrIjozLCJIaWRlRGF0ZSI6ZmFsc2UsIlNoYXBlU2l6ZSI6MSwiU3BhY2luZyI6MS4wLCJQYWRkaW5nIjp7IiRpZCI6IjExNjYiLCJUb3AiOjcuMCwiTGVmdCI6My4wLCJSaWdodCI6MC4wLCJCb3R0b20iOjIuMH0sIlNoYXBlU3R5bGUiOnsiJGlkIjoiMTE2NyIsIk1hcmdpbiI6eyIkaWQiOiIxMTY4IiwiVG9wIjowLjAsIkxlZnQiOjAuMCwiUmlnaHQiOjAuMCwiQm90dG9tIjowLjB9LCJQYWRkaW5nIjp7IiRpZCI6IjExNjkiLCJUb3AiOjAuMCwiTGVmdCI6MC4wLCJSaWdodCI6MC4wLCJCb3R0b20iOjAuMH0sIkJhY2tncm91bmQiOnsiJGlkIjoiMTE3MCIsIkNvbG9yIjp7IiRpZCI6IjExNzEiLCJBIjoyNTUsIlIiOjEzMiwiRyI6NjAsIkIiOjEyfX0sIklzVmlzaWJsZSI6dHJ1ZSwiV2lkdGgiOjE4LjAsIkhlaWdodCI6MjAuMCwiQm9yZGVyU3R5bGUiOnsiJGlkIjoiMTE3MiIsIkxpbmVDb2xvciI6eyIkaWQiOiIxMTczIiwiJHR5cGUiOiJOTFJFLkNvbW1vbi5Eb20uU29saWRDb2xvckJydXNoLCBOTFJFLkNvbW1vbiIsIkNvbG9yIjp7IiRpZCI6IjExNzQiLCJBIjoyNTUsIlIiOjIzNCwiRyI6MjIsIkIiOjMwfX0sIkxpbmVXZWlnaHQiOjAuMCwiTGluZVR5cGUiOjAsIlBhcmVudFN0eWxlIjpudWxsfSwiUGFyZW50U3R5bGUiOm51bGx9LCJUaXRsZVN0eWxlIjp7IiRpZCI6IjExNzUiLCJGb250U2V0dGluZ3MiOnsiJGlkIjoiMTE3NiIsIkZvbnRTaXplIjoxMSwiRm9udE5hbWUiOiJDYWxpYnJpIiwiSXNCb2xkIjp0cnVlLCJJc0l0YWxpYyI6ZmFsc2UsIklzVW5kZXJsaW5lZCI6ZmFsc2UsIlBhcmVudFN0eWxlIjpudWxsfSwiQXV0b1NpemUiOjAsIkZvcmVncm91bmQiOnsiJGlkIjoiMTE3NyIsIkNvbG9yIjp7IiRpZCI6IjExNz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E3OSIsIlRvcCI6MC4wLCJMZWZ0IjowLjAsIlJpZ2h0IjowLjAsIkJvdHRvbSI6MC4wfSwiUGFkZGluZyI6eyIkaWQiOiIxMTgwIiwiVG9wIjowLjAsIkxlZnQiOjAuMCwiUmlnaHQiOjAuMCwiQm90dG9tIjowLjB9LCJCYWNrZ3JvdW5kIjp7IiRpZCI6IjExODEiLCJDb2xvciI6eyIkaWQiOiIxMTgyIiwiQSI6MCwiUiI6MjU1LCJHIjoyNTUsIkIiOjI1NX19LCJJc1Zpc2libGUiOnRydWUsIldpZHRoIjowLjAsIkhlaWdodCI6MC4wLCJCb3JkZXJTdHlsZSI6eyIkaWQiOiIxMTgzIiwiTGluZUNvbG9yIjpudWxsLCJMaW5lV2VpZ2h0IjowLjAsIkxpbmVUeXBlIjowLCJQYXJlbnRTdHlsZSI6bnVsbH0sIlBhcmVudFN0eWxlIjpudWxsfSwiRGF0ZVN0eWxlIjp7IiRpZCI6IjExODQiLCJGb250U2V0dGluZ3MiOnsiJGlkIjoiMTE4NSIsIkZvbnRTaXplIjoxMCwiRm9udE5hbWUiOiJDYWxpYnJpIiwiSXNCb2xkIjpmYWxzZSwiSXNJdGFsaWMiOmZhbHNlLCJJc1VuZGVybGluZWQiOmZhbHNlLCJQYXJlbnRTdHlsZSI6bnVsbH0sIkF1dG9TaXplIjowLCJGb3JlZ3JvdW5kIjp7IiRpZCI6IjExODYiLCJDb2xvciI6eyIkaWQiOiIxMTg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Tg4IiwiVG9wIjowLjAsIkxlZnQiOjAuMCwiUmlnaHQiOjAuMCwiQm90dG9tIjowLjB9LCJQYWRkaW5nIjp7IiRpZCI6IjExODkiLCJUb3AiOjAuMCwiTGVmdCI6MC4wLCJSaWdodCI6MC4wLCJCb3R0b20iOjAuMH0sIkJhY2tncm91bmQiOnsiJGlkIjoiMTE5MCIsIkNvbG9yIjp7IiRpZCI6IjExOTEiLCJBIjowLCJSIjoyNTUsIkciOjI1NSwiQiI6MjU1fX0sIklzVmlzaWJsZSI6ZmFsc2UsIldpZHRoIjowLjAsIkhlaWdodCI6MC4wLCJCb3JkZXJTdHlsZSI6eyIkaWQiOiIxMTkyIiwiTGluZUNvbG9yIjpudWxsLCJMaW5lV2VpZ2h0IjowLjAsIkxpbmVUeXBlIjowLCJQYXJlbnRTdHlsZSI6bnVsbH0sIlBhcmVudFN0eWxlIjpudWxsfSwiRGF0ZUZvcm1hdCI6eyIkaWQiOiIxMTk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OTQiLCJGb3JtYXQiOjAsIklzVmlzaWJsZSI6ZmFsc2UsIkxhc3RLbm93blZpc2liaWxpdHlTdGF0ZSI6ZmFsc2V9LCJJc1Zpc2libGUiOnRydWUsIlBhcmVudFN0eWxlIjpudWxsfSwiRGVmYXVsdFN3aW1sYW5lTWlsZXN0b25lU3R5bGUiOnsiJGlkIjoiMTE5NSIsIlRpdGxlUG9zaXRpb24iOiJSaWdodCIsIkRhdGVQb3NpdGlvbiI6IkxlZnQiLCJTaGFwZVR5cGUiOjAsIlNoYXBlU2l6ZSI6MSwiU3BhY2luZyI6NSwiU2hhcGVTdHlsZSI6eyIkaWQiOiIxMTk2IiwiTWFyZ2luIjp7IiRpZCI6IjExOTciLCJUb3AiOjAuMCwiTGVmdCI6MC4wLCJSaWdodCI6MC4wLCJCb3R0b20iOjAuMH0sIlBhZGRpbmciOnsiJGlkIjoiMTE5OCIsIlRvcCI6MC4wLCJMZWZ0IjowLjAsIlJpZ2h0IjowLjAsIkJvdHRvbSI6MC4wfSwiQmFja2dyb3VuZCI6eyIkaWQiOiIxMTk5IiwiQ29sb3IiOnsiJGlkIjoiMTIwMCIsIkEiOjI1NSwiUiI6MjM3LCJHIjoxMjUsIkIiOjQ5fX0sIklzVmlzaWJsZSI6dHJ1ZSwiV2lkdGgiOjE4LjAsIkhlaWdodCI6MjAuMCwiQm9yZGVyU3R5bGUiOnsiJGlkIjoiMTIwMSIsIkxpbmVDb2xvciI6eyIkaWQiOiIxMjAyIiwiJHR5cGUiOiJOTFJFLkNvbW1vbi5Eb20uU29saWRDb2xvckJydXNoLCBOTFJFLkNvbW1vbiIsIkNvbG9yIjp7IiRpZCI6IjEyMDMiLCJBIjoyNTUsIlIiOjIzNCwiRyI6MjIsIkIiOjMwfX0sIkxpbmVXZWlnaHQiOjAuMCwiTGluZVR5cGUiOjAsIlBhcmVudFN0eWxlIjpudWxsfSwiUGFyZW50U3R5bGUiOm51bGx9LCJUaXRsZVN0eWxlIjp7IiRpZCI6IjEyMDQiLCJGb250U2V0dGluZ3MiOnsiJGlkIjoiMTIwNSIsIkZvbnRTaXplIjoxMSwiRm9udE5hbWUiOiJDYWxpYnJpIiwiSXNCb2xkIjp0cnVlLCJJc0l0YWxpYyI6ZmFsc2UsIklzVW5kZXJsaW5lZCI6ZmFsc2UsIlBhcmVudFN0eWxlIjpudWxsfSwiQXV0b1NpemUiOjAsIkZvcmVncm91bmQiOnsiJGlkIjoiMTIwNiIsIkNvbG9yIjp7IiRpZCI6IjEyMDc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IwOCIsIlRvcCI6MC4wLCJMZWZ0IjowLjAsIlJpZ2h0IjowLjAsIkJvdHRvbSI6MC4wfSwiUGFkZGluZyI6eyIkaWQiOiIxMjA5IiwiVG9wIjowLjAsIkxlZnQiOjAuMCwiUmlnaHQiOjAuMCwiQm90dG9tIjowLjB9LCJCYWNrZ3JvdW5kIjp7IiRpZCI6IjEyMTAiLCJDb2xvciI6eyIkaWQiOiIxMjExIiwiQSI6ODksIlIiOjAsIkciOjAsIkIiOjB9fSwiSXNWaXNpYmxlIjp0cnVlLCJXaWR0aCI6MC4wLCJIZWlnaHQiOjAuMCwiQm9yZGVyU3R5bGUiOnsiJGlkIjoiMTIxMiIsIkxpbmVDb2xvciI6bnVsbCwiTGluZVdlaWdodCI6MC4wLCJMaW5lVHlwZSI6MCwiUGFyZW50U3R5bGUiOm51bGx9LCJQYXJlbnRTdHlsZSI6bnVsbH0sIkRhdGVTdHlsZSI6eyIkaWQiOiIxMjEzIiwiRm9udFNldHRpbmdzIjp7IiRpZCI6IjEyMTQiLCJGb250U2l6ZSI6MTAsIkZvbnROYW1lIjoiQ2FsaWJyaSIsIklzQm9sZCI6ZmFsc2UsIklzSXRhbGljIjpmYWxzZSwiSXNVbmRlcmxpbmVkIjpmYWxzZSwiUGFyZW50U3R5bGUiOm51bGx9LCJBdXRvU2l6ZSI6MCwiRm9yZWdyb3VuZCI6eyIkaWQiOiIxMjE1IiwiQ29sb3IiOnsiJGlkIjoiMTIx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xNyIsIlRvcCI6MC4wLCJMZWZ0IjowLjAsIlJpZ2h0IjowLjAsIkJvdHRvbSI6MC4wfSwiUGFkZGluZyI6eyIkaWQiOiIxMjE4IiwiVG9wIjowLjAsIkxlZnQiOjAuMCwiUmlnaHQiOjAuMCwiQm90dG9tIjowLjB9LCJCYWNrZ3JvdW5kIjp7IiRpZCI6IjEyMTkiLCJDb2xvciI6eyIkaWQiOiIxMjIwIiwiQSI6ODksIlIiOjAsIkciOjAsIkIiOjB9fSwiSXNWaXNpYmxlIjpmYWxzZSwiV2lkdGgiOjAuMCwiSGVpZ2h0IjowLjAsIkJvcmRlclN0eWxlIjp7IiRpZCI6IjEyMjEiLCJMaW5lQ29sb3IiOm51bGwsIkxpbmVXZWlnaHQiOjAuMCwiTGluZVR5cGUiOjAsIlBhcmVudFN0eWxlIjpudWxsfSwiUGFyZW50U3R5bGUiOm51bGx9LCJEYXRlRm9ybWF0Ijp7IiRpZCI6IjEy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yMyIsIkZvcm1hdCI6MCwiSXNWaXNpYmxlIjpmYWxzZSwiTGFzdEtub3duVmlzaWJpbGl0eVN0YXRlIjpmYWxzZX0sIklzVmlzaWJsZSI6dHJ1ZSwiUGFyZW50U3R5bGUiOm51bGx9LCJEZWZhdWx0U3dpbWxhbmVBY3Rpdml0eVN0eWxlIjp7IiRpZCI6IjEyMjQiLCJIZWFkZXJTdHlsZSI6eyIkaWQiOiIxMjI1IiwiVGV4dFN0eWxlIjp7IiRpZCI6IjEyMjYiLCJGb250U2V0dGluZ3MiOnsiJGlkIjoiMTIyNyIsIkZvbnRTaXplIjoxMSwiRm9udE5hbWUiOiJDYWxpYnJpIiwiSXNCb2xkIjpmYWxzZSwiSXNJdGFsaWMiOmZhbHNlLCJJc1VuZGVybGluZWQiOmZhbHNlLCJQYXJlbnRTdHlsZSI6bnVsbH0sIkF1dG9TaXplIjoyLCJGb3JlZ3JvdW5kIjp7IiRpZCI6IjEyMjgiLCJDb2xvciI6eyIkaWQiOiIxMjI5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MjMwIiwiVG9wIjowLjAsIkxlZnQiOjAuMCwiUmlnaHQiOjAuMCwiQm90dG9tIjowLjB9LCJQYWRkaW5nIjp7IiRpZCI6IjEyMzEiLCJUb3AiOjAuMCwiTGVmdCI6MC4wLCJSaWdodCI6MC4wLCJCb3R0b20iOjAuMH0sIkJhY2tncm91bmQiOm51bGwsIklzVmlzaWJsZSI6dHJ1ZSwiV2lkdGgiOjAuMCwiSGVpZ2h0IjowLjAsIkJvcmRlclN0eWxlIjpudWxsLCJQYXJlbnRTdHlsZSI6bnVsbH0sIlJlY3RhbmdsZVN0eWxlIjp7IiRpZCI6IjEyMzIiLCJNYXJnaW4iOnsiJGlkIjoiMTIzMyIsIlRvcCI6MC4wLCJMZWZ0IjowLjAsIlJpZ2h0IjowLjAsIkJvdHRvbSI6MC4wfSwiUGFkZGluZyI6eyIkaWQiOiIxMjM0IiwiVG9wIjowLjAsIkxlZnQiOjAuMCwiUmlnaHQiOjAuMCwiQm90dG9tIjowLjB9LCJCYWNrZ3JvdW5kIjp7IiRpZCI6IjEyMzUiLCJDb2xvciI6eyIkaWQiOiIxMjM2IiwiQSI6NjMsIlIiOjIzNywiRyI6MTI1LCJCIjo0OX19LCJJc1Zpc2libGUiOnRydWUsIldpZHRoIjowLjAsIkhlaWdodCI6MC4wLCJCb3JkZXJTdHlsZSI6eyIkaWQiOiIxMjM3IiwiTGluZUNvbG9yIjp7IiRpZCI6IjEyMzgiLCIkdHlwZSI6Ik5MUkUuQ29tbW9uLkRvbS5Tb2xpZENvbG9yQnJ1c2gsIE5MUkUuQ29tbW9uIiwiQ29sb3IiOnsiJGlkIjoiMTIzOSIsIkEiOjI1NSwiUiI6MjU1LCJHIjowLCJCIjowfX0sIkxpbmVXZWlnaHQiOjAuMCwiTGluZVR5cGUiOjAsIlBhcmVudFN0eWxlIjpudWxsfSwiUGFyZW50U3R5bGUiOm51bGx9LCJNYXJnaW4iOnsiJGlkIjoiMTI0MCIsIlRvcCI6MC4wLCJMZWZ0IjowLjAsIlJpZ2h0IjowLjAsIkJvdHRvbSI6MC4wfSwiUGFkZGluZyI6eyIkaWQiOiIxMjQxIiwiVG9wIjowLjAsIkxlZnQiOjAuMCwiUmlnaHQiOjAuMCwiQm90dG9tIjowLjB9LCJCYWNrZ3JvdW5kIjpudWxsLCJJc1Zpc2libGUiOnRydWUsIldpZHRoIjowLjAsIkhlaWdodCI6MC4wLCJCb3JkZXJTdHlsZSI6bnVsbCwiUGFyZW50U3R5bGUiOm51bGx9LCJCYWNrZ3JvdW5kU3R5bGUiOnsiJGlkIjoiMTI0MiIsIk1hcmdpbiI6eyIkaWQiOiIxMjQzIiwiVG9wIjowLjAsIkxlZnQiOjAuMCwiUmlnaHQiOjAuMCwiQm90dG9tIjowLjB9LCJQYWRkaW5nIjp7IiRpZCI6IjEyNDQiLCJUb3AiOjAuMCwiTGVmdCI6MC4wLCJSaWdodCI6MC4wLCJCb3R0b20iOjAuMH0sIkJhY2tncm91bmQiOnsiJGlkIjoiMTI0NSIsIkNvbG9yIjp7IiRpZCI6IjEyNDYiLCJBIjozOCwiUiI6MjM3LCJHIjoxMjUsIkIiOjQ5fX0sIklzVmlzaWJsZSI6dHJ1ZSwiV2lkdGgiOjAuMCwiSGVpZ2h0IjowLjAsIkJvcmRlclN0eWxlIjp7IiRpZCI6IjEyNDciLCJMaW5lQ29sb3IiOnsiJGlkIjoiMTI0OCIsIiR0eXBlIjoiTkxSRS5Db21tb24uRG9tLlNvbGlkQ29sb3JCcnVzaCwgTkxSRS5Db21tb24iLCJDb2xvciI6eyIkaWQiOiIxMjQ5IiwiQSI6MjU1LCJSIjoyMzQsIkciOjIyLCJCIjozMH19LCJMaW5lV2VpZ2h0IjowLjAsIkxpbmVUeXBlIjowLCJQYXJlbnRTdHlsZSI6bnVsbH0sIlBhcmVudFN0eWxlIjpudWxsfSwiTWFyZ2luIjp7IiRpZCI6IjEyNTAiLCJUb3AiOjAuMCwiTGVmdCI6MC4wLCJSaWdodCI6MC4wLCJCb3R0b20iOjAuMH0sIlBhZGRpbmciOnsiJGlkIjoiMTI1MSIsIlRvcCI6MC4wLCJMZWZ0IjowLjAsIlJpZ2h0IjowLjAsIkJvdHRvbSI6MC4wfSwiSXNWaXNpYmxlIjp0cnVlLCJXaWR0aCI6MC4wLCJIZWlnaHQiOjAuMCwiQm9yZGVyU3R5bGUiOnsiJGlkIjoiMTI1MiIsIkxpbmVDb2xvciI6bnVsbCwiTGluZVdlaWdodCI6MC4wLCJMaW5lVHlwZSI6MCwiUGFyZW50U3R5bGUiOm51bGx9LCJQYXJlbnRTdHlsZSI6bnVsbH0sIk1hcmdpbiI6eyIkaWQiOiIxMjUzIiwiVG9wIjowLjAsIkxlZnQiOjAuMCwiUmlnaHQiOjAuMCwiQm90dG9tIjowLjB9LCJQYWRkaW5nIjp7IiRpZCI6IjEyNTQiLCJUb3AiOjAuMCwiTGVmdCI6MC4wLCJSaWdodCI6MC4wLCJCb3R0b20iOjAuMH0sIklzVmlzaWJsZSI6dHJ1ZSwiV2lkdGgiOjAuMCwiSGVpZ2h0IjowLjAsIkJvcmRlclN0eWxlIjp7IiRpZCI6IjEyNTUiLCJMaW5lQ29sb3IiOm51bGwsIkxpbmVXZWlnaHQiOjAuMCwiTGluZVR5cGUiOjAsIlBhcmVudFN0eWxlIjpudWxsfSwiUGFyZW50U3R5bGUiOm51bGx9fSx7IiRpZCI6IjEyNTYiLCJfYWN0aXZpdGllcyI6W3siJGlkIjoiMTI1NyIsIl9yb3dzIjpbeyIkaWQiOiIxMjU4IiwiX3Rhc2tzIjpbeyIkaWQiOiIxMjU5IiwiX2F0dGFjaGVkTWlsZXN0b25lcyI6W10sIlRhc2tEZWZpbml0aW9uIjp7IiRpZCI6IjEyNjAiLCJHcm91cE5hbWUiOm51bGwsIlN0YXJ0RGF0ZSI6IjIwMjItMDItMTdUMDk6MTM6MDBaIiwiRW5kRGF0ZSI6IjIwMjItMDMtMzFUMjA6MDE6MDBaIiwiUGVyY2VudGFnZUNvbXBsZXRlIjo3NS4wLCJTdHlsZSI6eyIkaWQiOiIxMjYxIiwiU2hhcGUiOjcsIlNoYXBlVGhpY2tuZXNzIjowLCJEdXJhdGlvbkZvcm1hdCI6NSwiSW5jbHVkZU5vbldvcmtpbmdEYXlzSW5EdXJhdGlvbiI6ZmFsc2UsIlBlcmNlbnRhZ2VDb21wbGV0ZVN0eWxlIjp7IiRpZCI6IjEyNjIiLCJGb250U2V0dGluZ3MiOnsiJGlkIjoiMTI2MyIsIkZvbnRTaXplIjoxMCwiRm9udE5hbWUiOiJDYWxpYnJpIiwiSXNCb2xkIjp0cnVlLCJJc0l0YWxpYyI6ZmFsc2UsIklzVW5kZXJsaW5lZCI6ZmFsc2UsIlBhcmVudFN0eWxlIjpudWxsfSwiQXV0b1NpemUiOjAsIkZvcmVncm91bmQiOnsiJGlkIjoiMTI2NCIsIkNvbG9yIjp7IiRpZCI6IjEyNjU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I2NiIsIlRvcCI6MC4wLCJMZWZ0IjowLjAsIlJpZ2h0IjowLjAsIkJvdHRvbSI6MC4wfSwiUGFkZGluZyI6eyIkaWQiOiIxMjY3IiwiVG9wIjowLjAsIkxlZnQiOjAuMCwiUmlnaHQiOjAuMCwiQm90dG9tIjowLjB9LCJCYWNrZ3JvdW5kIjp7IiRpZCI6IjEyNjgiLCJDb2xvciI6eyIkaWQiOiIxMjY5IiwiQSI6ODksIlIiOjAsIkciOjAsIkIiOjB9fSwiSXNWaXNpYmxlIjp0cnVlLCJXaWR0aCI6MC4wLCJIZWlnaHQiOjAuMCwiQm9yZGVyU3R5bGUiOnsiJGlkIjoiMTI3MCIsIkxpbmVDb2xvciI6bnVsbCwiTGluZVdlaWdodCI6MC4wLCJMaW5lVHlwZSI6MCwiUGFyZW50U3R5bGUiOm51bGx9LCJQYXJlbnRTdHlsZSI6bnVsbH0sIkR1cmF0aW9uU3R5bGUiOnsiJGlkIjoiMTI3MSIsIkZvbnRTZXR0aW5ncyI6eyIkaWQiOiIxMjcyIiwiRm9udFNpemUiOjEwLCJGb250TmFtZSI6IkNhbGlicmkiLCJJc0JvbGQiOnRydWUsIklzSXRhbGljIjpmYWxzZSwiSXNVbmRlcmxpbmVkIjpmYWxzZSwiUGFyZW50U3R5bGUiOm51bGx9LCJBdXRvU2l6ZSI6MCwiRm9yZWdyb3VuZCI6eyIkaWQiOiIxMjczIiwiQ29sb3IiOnsiJGlkIjoiMTI3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jc1IiwiVG9wIjowLjAsIkxlZnQiOjAuMCwiUmlnaHQiOjAuMCwiQm90dG9tIjowLjB9LCJQYWRkaW5nIjp7IiRpZCI6IjEyNzYiLCJUb3AiOjAuMCwiTGVmdCI6MC4wLCJSaWdodCI6MC4wLCJCb3R0b20iOjAuMH0sIkJhY2tncm91bmQiOnsiJGlkIjoiMTI3NyIsIkNvbG9yIjp7IiRpZCI6IjEyNzgiLCJBIjowLCJSIjoyNTUsIkciOjI1NSwiQiI6MjU1fX0sIklzVmlzaWJsZSI6dHJ1ZSwiV2lkdGgiOjAuMCwiSGVpZ2h0IjowLjAsIkJvcmRlclN0eWxlIjp7IiRpZCI6IjEyNzkiLCJMaW5lQ29sb3IiOm51bGwsIkxpbmVXZWlnaHQiOjAuMCwiTGluZVR5cGUiOjAsIlBhcmVudFN0eWxlIjpudWxsfSwiUGFyZW50U3R5bGUiOm51bGx9LCJIb3Jpem9udGFsQ29ubmVjdG9yU3R5bGUiOnsiJGlkIjoiMTI4MCIsIkxpbmVDb2xvciI6eyIkaWQiOiIxMjgxIiwiJHR5cGUiOiJOTFJFLkNvbW1vbi5Eb20uU29saWRDb2xvckJydXNoLCBOTFJFLkNvbW1vbiIsIkNvbG9yIjp7IiRpZCI6IjEyODIiLCJBIjoyNTUsIlIiOjIwNCwiRyI6MjA0LCJCIjoyMDR9fSwiTGluZVdlaWdodCI6MS4wLCJMaW5lVHlwZSI6MCwiUGFyZW50U3R5bGUiOm51bGx9LCJWZXJ0aWNhbENvbm5lY3RvclN0eWxlIjp7IiRpZCI6IjEyODMiLCJMaW5lQ29sb3IiOnsiJGlkIjoiMTI4NCIsIiR0eXBlIjoiTkxSRS5Db21tb24uRG9tLlNvbGlkQ29sb3JCcnVzaCwgTkxSRS5Db21tb24iLCJDb2xvciI6eyIkaWQiOiIxMjg1IiwiQSI6MjU1LCJSIjoyMDQsIkciOjIwNCwiQiI6MjA0fX0sIkxpbmVXZWlnaHQiOjAuMCwiTGluZVR5cGUiOjAsIlBhcmVudFN0eWxlIjpudWxsfSwiTWFyZ2luIjpudWxsLCJTdGFydERhdGVQb3NpdGlvbiI6NiwiRW5kRGF0ZVBvc2l0aW9uIjo2LCJEYXRlSXNWaXNpYmxlIjpmYWxzZSwiVGl0bGVQb3NpdGlvbiI6MSwiRHVyYXRpb25Qb3NpdGlvbiI6MCwiUGVyY2VudGFnZUNvbXBsZXRlZFBvc2l0aW9uIjozLCJTcGFjaW5nIjozLCJJc0JlbG93VGltZWJhbmQiOnRydWUsIlBlcmNlbnRhZ2VDb21wbGV0ZVNoYXBlT3BhY2l0eSI6MzUsIlNoYXBlU3R5bGUiOnsiJGlkIjoiMTI4NiIsIk1hcmdpbiI6eyIkaWQiOiIxMjg3IiwiVG9wIjowLjAsIkxlZnQiOjQuMCwiUmlnaHQiOjQuMCwiQm90dG9tIjowLjB9LCJQYWRkaW5nIjp7IiRpZCI6IjEyODgiLCJUb3AiOjAuMCwiTGVmdCI6MC4wLCJSaWdodCI6MC4wLCJCb3R0b20iOjAuMH0sIkJhY2tncm91bmQiOnsiJGlkIjoiMTI4OSIsIkNvbG9yIjp7IiRpZCI6IjEyOTAiLCJBIjoyNTUsIlIiOjExMiwiRyI6MTczLCJCIjo3MX19LCJJc1Zpc2libGUiOnRydWUsIldpZHRoIjowLjAsIkhlaWdodCI6MTAuMCwiQm9yZGVyU3R5bGUiOnsiJGlkIjoiMTI5MSIsIkxpbmVDb2xvciI6eyIkaWQiOiIxMjkyIiwiJHR5cGUiOiJOTFJFLkNvbW1vbi5Eb20uU29saWRDb2xvckJydXNoLCBOTFJFLkNvbW1vbiIsIkNvbG9yIjp7IiRpZCI6IjEyOTMiLCJBIjoyNTUsIlIiOjI1NSwiRyI6MCwiQiI6MH19LCJMaW5lV2VpZ2h0IjowLjAsIkxpbmVUeXBlIjowLCJQYXJlbnRTdHlsZSI6bnVsbH0sIlBhcmVudFN0eWxlIjpudWxsfSwiVGl0bGVTdHlsZSI6eyIkaWQiOiIxMjk0IiwiRm9udFNldHRpbmdzIjp7IiRpZCI6IjEyOTUiLCJGb250U2l6ZSI6MTEsIkZvbnROYW1lIjoiQ2FsaWJyaSIsIklzQm9sZCI6dHJ1ZSwiSXNJdGFsaWMiOmZhbHNlLCJJc1VuZGVybGluZWQiOmZhbHNlLCJQYXJlbnRTdHlsZSI6bnVsbH0sIkF1dG9TaXplIjowLCJGb3JlZ3JvdW5kIjp7IiRpZCI6IjEyOTYiLCJDb2xvciI6eyIkaWQiOiIxMjk3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EyOTgiLCJUb3AiOjAuMCwiTGVmdCI6MC4wLCJSaWdodCI6MC4wLCJCb3R0b20iOjAuMH0sIlBhZGRpbmciOnsiJGlkIjoiMTI5OSIsIlRvcCI6MC4wLCJMZWZ0IjowLjAsIlJpZ2h0IjowLjAsIkJvdHRvbSI6MC4wfSwiQmFja2dyb3VuZCI6eyIkaWQiOiIxMzAwIiwiQ29sb3IiOnsiJGlkIjoiMTMwMSIsIkEiOjAsIlIiOjI1NSwiRyI6MjU1LCJCIjoyNTV9fSwiSXNWaXNpYmxlIjp0cnVlLCJXaWR0aCI6MC4wLCJIZWlnaHQiOjAuMCwiQm9yZGVyU3R5bGUiOnsiJGlkIjoiMTMwMiIsIkxpbmVDb2xvciI6bnVsbCwiTGluZVdlaWdodCI6MC4wLCJMaW5lVHlwZSI6MCwiUGFyZW50U3R5bGUiOm51bGx9LCJQYXJlbnRTdHlsZSI6bnVsbH0sIkRhdGVTdHlsZSI6eyIkaWQiOiIxMzAzIiwiRm9udFNldHRpbmdzIjp7IiRpZCI6IjEzMDQiLCJGb250U2l6ZSI6MTAsIkZvbnROYW1lIjoiQ2FsaWJyaSIsIklzQm9sZCI6ZmFsc2UsIklzSXRhbGljIjpmYWxzZSwiSXNVbmRlcmxpbmVkIjpmYWxzZSwiUGFyZW50U3R5bGUiOm51bGx9LCJBdXRvU2l6ZSI6MCwiRm9yZWdyb3VuZCI6eyIkaWQiOiIxMzA1IiwiQ29sb3IiOnsiJGlkIjoiMTMw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wNyIsIlRvcCI6MC4wLCJMZWZ0IjowLjAsIlJpZ2h0IjowLjAsIkJvdHRvbSI6MC4wfSwiUGFkZGluZyI6eyIkaWQiOiIxMzA4IiwiVG9wIjowLjAsIkxlZnQiOjAuMCwiUmlnaHQiOjAuMCwiQm90dG9tIjowLjB9LCJCYWNrZ3JvdW5kIjp7IiRpZCI6IjEzMDkiLCJDb2xvciI6eyIkaWQiOiIxMzEwIiwiQSI6ODksIlIiOjAsIkciOjAsIkIiOjB9fSwiSXNWaXNpYmxlIjp0cnVlLCJXaWR0aCI6MC4wLCJIZWlnaHQiOjAuMCwiQm9yZGVyU3R5bGUiOnsiJGlkIjoiMTMxMSIsIkxpbmVDb2xvciI6bnVsbCwiTGluZVdlaWdodCI6MC4wLCJMaW5lVHlwZSI6MCwiUGFyZW50U3R5bGUiOm51bGx9LCJQYXJlbnRTdHlsZSI6bnVsbH0sIkRhdGVGb3JtYXQiOnsiJGlkIjoiMTMx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EzIiwiRm9ybWF0IjowLCJJc1Zpc2libGUiOmZhbHNlLCJMYXN0S25vd25WaXNpYmlsaXR5U3RhdGUiOmZhbHNlfSwiSXNWaXNpYmxlIjp0cnVlLCJQYXJlbnRTdHlsZSI6bnVsbH0sIkluZGV4IjoyMiwiU21hcnREdXJhdGlvbkFjdGl2YXRlZCI6ZmFsc2UsIkRhdGVGb3JtYXQiOnsiJHJlZiI6IjEzMTIifSwiV2Vla051bWJlcmluZyI6eyIkaWQiOiIxMzE0IiwiRm9ybWF0IjowLCJJc1Zpc2libGUiOmZhbHNlLCJMYXN0S25vd25WaXNpYmlsaXR5U3RhdGUiOmZhbHNlfSwiSWQiOiI3MWZlYjA4OS03YzJiLTQ3ZDItODY3OC0zNjZkMDY2MTkxM2IiLCJJbXBvcnRJZCI6bnVsbCwiVGl0bGUiOiJQcm9kdWN0IFJvYWRtYXAiLCJOb3RlIjpudWxsLCJIeXBlcmxpbmsiOnsiJGlkIjoiMTMxNSIsIkFkZHJlc3MiOiIiLCJTdWJBZGRyZXNzIjoiIn0sIklzQ2hhbmdlZCI6ZmFsc2UsIklzTmV3IjpmYWxzZX19LHsiJGlkIjoiMTMxNiIsIl9hdHRhY2hlZE1pbGVzdG9uZXMiOlt7IiRpZCI6IjEzMTciLCJEYXRlIjoiMjAyMi0wNS0yMFQwMDowMDowMCIsIlN0eWxlIjp7IiRpZCI6IjEzMTgiLCJTaGFwZSI6MTQsIkNvbm5lY3Rvck1hcmdpbiI6eyIkaWQiOiIxMzE5IiwiVG9wIjowLjAsIkxlZnQiOjIuMCwiUmlnaHQiOjIuMCwiQm90dG9tIjowLjB9LCJDb25uZWN0b3JTdHlsZSI6eyIkaWQiOiIxMzIwIiwiTGluZUNvbG9yIjp7IiRpZCI6IjEzMjEiLCIkdHlwZSI6Ik5MUkUuQ29tbW9uLkRvbS5Tb2xpZENvbG9yQnJ1c2gsIE5MUkUuQ29tbW9uIiwiQ29sb3IiOnsiJGlkIjoiMTMyMiIsIkEiOjEyNywiUiI6NTYsIkciOjg3LCJCIjozNX19LCJMaW5lV2VpZ2h0IjoxLjAsIkxpbmVUeXBlIjowLCJQYXJlbnRTdHlsZSI6bnVsbH0sIklzQmVsb3dUaW1lYmFuZCI6dHJ1ZSwiUG9zaXRpb25PblRhc2siOjMsIkhpZGVEYXRlIjpmYWxzZSwiU2hhcGVTaXplIjoxLCJTcGFjaW5nIjoxLjAsIlBhZGRpbmciOnsiJGlkIjoiMTMyMyIsIlRvcCI6Ny4wLCJMZWZ0IjozLjAsIlJpZ2h0IjowLjAsIkJvdHRvbSI6Mi4wfSwiU2hhcGVTdHlsZSI6eyIkaWQiOiIxMzI0IiwiTWFyZ2luIjp7IiRpZCI6IjEzMjUiLCJUb3AiOjAuMCwiTGVmdCI6MC4wLCJSaWdodCI6MC4wLCJCb3R0b20iOjAuMH0sIlBhZGRpbmciOnsiJGlkIjoiMTMyNiIsIlRvcCI6MC4wLCJMZWZ0IjowLjAsIlJpZ2h0IjowLjAsIkJvdHRvbSI6MC4wfSwiQmFja2dyb3VuZCI6eyIkaWQiOiIxMzI3IiwiQ29sb3IiOnsiJGlkIjoiMTMyOCIsIkEiOjI1NSwiUiI6NTYsIkciOjg3LCJCIjozNX19LCJJc1Zpc2libGUiOnRydWUsIldpZHRoIjoxOC4wLCJIZWlnaHQiOjIwLjAsIkJvcmRlclN0eWxlIjp7IiRpZCI6IjEzMjkiLCJMaW5lQ29sb3IiOm51bGwsIkxpbmVXZWlnaHQiOjAuMCwiTGluZVR5cGUiOjAsIlBhcmVudFN0eWxlIjpudWxsfSwiUGFyZW50U3R5bGUiOm51bGx9LCJUaXRsZVN0eWxlIjp7IiRpZCI6IjEzMzAiLCJGb250U2V0dGluZ3MiOnsiJGlkIjoiMTMzMSIsIkZvbnRTaXplIjoxMSwiRm9udE5hbWUiOiJDYWxpYnJpIiwiSXNCb2xkIjp0cnVlLCJJc0l0YWxpYyI6ZmFsc2UsIklzVW5kZXJsaW5lZCI6ZmFsc2UsIlBhcmVudFN0eWxlIjpudWxsfSwiQXV0b1NpemUiOjAsIkZvcmVncm91bmQiOnsiJGlkIjoiMTMzMiIsIkNvbG9yIjp7IiRpZCI6IjEzM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MzNCIsIlRvcCI6MC4wLCJMZWZ0IjowLjAsIlJpZ2h0IjowLjAsIkJvdHRvbSI6MC4wfSwiUGFkZGluZyI6eyIkaWQiOiIxMzM1IiwiVG9wIjowLjAsIkxlZnQiOjAuMCwiUmlnaHQiOjAuMCwiQm90dG9tIjowLjB9LCJCYWNrZ3JvdW5kIjp7IiRpZCI6IjEzMzYiLCJDb2xvciI6eyIkaWQiOiIxMzM3IiwiQSI6MCwiUiI6MjU1LCJHIjoyNTUsIkIiOjI1NX19LCJJc1Zpc2libGUiOnRydWUsIldpZHRoIjowLjAsIkhlaWdodCI6MC4wLCJCb3JkZXJTdHlsZSI6eyIkaWQiOiIxMzM4IiwiTGluZUNvbG9yIjpudWxsLCJMaW5lV2VpZ2h0IjowLjAsIkxpbmVUeXBlIjowLCJQYXJlbnRTdHlsZSI6bnVsbH0sIlBhcmVudFN0eWxlIjpudWxsfSwiRGF0ZVN0eWxlIjp7IiRpZCI6IjEzMzkiLCJGb250U2V0dGluZ3MiOnsiJGlkIjoiMTM0MCIsIkZvbnRTaXplIjoxMCwiRm9udE5hbWUiOiJDYWxpYnJpIiwiSXNCb2xkIjpmYWxzZSwiSXNJdGFsaWMiOmZhbHNlLCJJc1VuZGVybGluZWQiOmZhbHNlLCJQYXJlbnRTdHlsZSI6bnVsbH0sIkF1dG9TaXplIjowLCJGb3JlZ3JvdW5kIjp7IiRpZCI6IjEzNDEiLCJDb2xvciI6eyIkaWQiOiIxMzQy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zQzIiwiVG9wIjowLjAsIkxlZnQiOjAuMCwiUmlnaHQiOjAuMCwiQm90dG9tIjowLjB9LCJQYWRkaW5nIjp7IiRpZCI6IjEzNDQiLCJUb3AiOjAuMCwiTGVmdCI6MC4wLCJSaWdodCI6MC4wLCJCb3R0b20iOjAuMH0sIkJhY2tncm91bmQiOnsiJGlkIjoiMTM0NSIsIkNvbG9yIjp7IiRpZCI6IjEzNDYiLCJBIjowLCJSIjoyNTUsIkciOjI1NSwiQiI6MjU1fX0sIklzVmlzaWJsZSI6dHJ1ZSwiV2lkdGgiOjAuMCwiSGVpZ2h0IjowLjAsIkJvcmRlclN0eWxlIjp7IiRpZCI6IjEzNDciLCJMaW5lQ29sb3IiOm51bGwsIkxpbmVXZWlnaHQiOjAuMCwiTGluZVR5cGUiOjAsIlBhcmVudFN0eWxlIjpudWxsfSwiUGFyZW50U3R5bGUiOm51bGx9LCJEYXRlRm9ybWF0Ijp7IiRpZCI6IjEzNDgiLCJGb3JtYXRTdHJpbmciOiJNTU0gZCIsIlNlcGFyYXRvciI6Ii8iLCJVc2VJbnRlcm5hdGlvbmFsRGF0ZUZvcm1hdCI6ZmFsc2UsIkRhdGVJc1Zpc2libGUiOnRydWUsIlRpbWVJc1Zpc2libGUiOmZhbHNlLCJIb3VyRGlnaXRzIjoxLCJBbVBtRGVzaWduYXRvciI6MiwiVHJpbTAwTWludXRlcyI6ZmFsc2UsIkxhc3RLbm93blZpc2liaWxpdHlTdGF0ZSI6eyIkaWQiOiIxMzQ5IiwiRGF0ZVBhcnRJc1Zpc2libGUiOnRydWUsIlRpbWVQYXJ0SXNWaXNpYmxlIjpmYWxzZX19LCJXZWVrTnVtYmVyaW5nIjp7IiRpZCI6IjEzNTAiLCJGb3JtYXQiOjAsIklzVmlzaWJsZSI6ZmFsc2UsIkxhc3RLbm93blZpc2liaWxpdHlTdGF0ZSI6ZmFsc2V9LCJJc1Zpc2libGUiOnRydWUsIlBhcmVudFN0eWxlIjpudWxsfSwiSW5kZXgiOjI0LCJQZXJjZW50YWdlQ29tcGxldGUiOm51bGwsIlBvc2l0aW9uIjp7IlJhdGlvIjowLjAsIklzQ3VzdG9tIjpmYWxzZX0sIkRhdGVGb3JtYXQiOnsiJHJlZiI6IjEzNDgifSwiV2Vla051bWJlcmluZyI6eyIkaWQiOiIxMzUxIiwiRm9ybWF0IjowLCJJc1Zpc2libGUiOmZhbHNlLCJMYXN0S25vd25WaXNpYmlsaXR5U3RhdGUiOmZhbHNlfSwiUmVsYXRlZFRhc2tJZCI6ImZhODg4NmI3LTY5YTUtNGMwMi04MTdhLWFiYTU0NTc2ZTkyMSIsIklkIjoiM2VmODEwNzgtNjY1MS00OTQxLTkwNGUtNjFhZGE2YjQxMTQzIiwiSW1wb3J0SWQiOm51bGwsIlRpdGxlIjoiQWxwaGEiLCJOb3RlIjpudWxsLCJIeXBlcmxpbmsiOnsiJGlkIjoiMTM1MiIsIkFkZHJlc3MiOiIiLCJTdWJBZGRyZXNzIjoiIn0sIklzQ2hhbmdlZCI6ZmFsc2UsIklzTmV3IjpmYWxzZX0seyIkaWQiOiIxMzUzIiwiRGF0ZSI6IjIwMjItMDYtMzBUMjM6NTk6MDAiLCJTdHlsZSI6eyIkaWQiOiIxMzU0IiwiU2hhcGUiOjE0LCJDb25uZWN0b3JNYXJnaW4iOnsiJGlkIjoiMTM1NSIsIlRvcCI6MC4wLCJMZWZ0IjoyLjAsIlJpZ2h0IjoyLjAsIkJvdHRvbSI6MC4wfSwiQ29ubmVjdG9yU3R5bGUiOnsiJGlkIjoiMTM1NiIsIkxpbmVDb2xvciI6eyIkaWQiOiIxMzU3IiwiJHR5cGUiOiJOTFJFLkNvbW1vbi5Eb20uU29saWRDb2xvckJydXNoLCBOTFJFLkNvbW1vbiIsIkNvbG9yIjp7IiRpZCI6IjEzNTgiLCJBIjoxMjcsIlIiOjU2LCJHIjo4NywiQiI6MzV9fSwiTGluZVdlaWdodCI6MS4wLCJMaW5lVHlwZSI6MCwiUGFyZW50U3R5bGUiOm51bGx9LCJJc0JlbG93VGltZWJhbmQiOnRydWUsIlBvc2l0aW9uT25UYXNrIjozLCJIaWRlRGF0ZSI6ZmFsc2UsIlNoYXBlU2l6ZSI6MSwiU3BhY2luZyI6MS4wLCJQYWRkaW5nIjp7IiRpZCI6IjEzNTkiLCJUb3AiOjcuMCwiTGVmdCI6My4wLCJSaWdodCI6MC4wLCJCb3R0b20iOjIuMH0sIlNoYXBlU3R5bGUiOnsiJGlkIjoiMTM2MCIsIk1hcmdpbiI6eyIkaWQiOiIxMzYxIiwiVG9wIjowLjAsIkxlZnQiOjAuMCwiUmlnaHQiOjAuMCwiQm90dG9tIjowLjB9LCJQYWRkaW5nIjp7IiRpZCI6IjEzNjIiLCJUb3AiOjAuMCwiTGVmdCI6MC4wLCJSaWdodCI6MC4wLCJCb3R0b20iOjAuMH0sIkJhY2tncm91bmQiOnsiJGlkIjoiMTM2MyIsIkNvbG9yIjp7IiRpZCI6IjEzNjQiLCJBIjoyNTUsIlIiOjU2LCJHIjo4NywiQiI6MzV9fSwiSXNWaXNpYmxlIjp0cnVlLCJXaWR0aCI6MTguMCwiSGVpZ2h0IjoyMC4wLCJCb3JkZXJTdHlsZSI6eyIkaWQiOiIxMzY1IiwiTGluZUNvbG9yIjpudWxsLCJMaW5lV2VpZ2h0IjowLjAsIkxpbmVUeXBlIjowLCJQYXJlbnRTdHlsZSI6bnVsbH0sIlBhcmVudFN0eWxlIjpudWxsfSwiVGl0bGVTdHlsZSI6eyIkaWQiOiIxMzY2IiwiRm9udFNldHRpbmdzIjp7IiRpZCI6IjEzNjciLCJGb250U2l6ZSI6MTEsIkZvbnROYW1lIjoiQ2FsaWJyaSIsIklzQm9sZCI6dHJ1ZSwiSXNJdGFsaWMiOmZhbHNlLCJJc1VuZGVybGluZWQiOmZhbHNlLCJQYXJlbnRTdHlsZSI6bnVsbH0sIkF1dG9TaXplIjowLCJGb3JlZ3JvdW5kIjp7IiRpZCI6IjEzNjgiLCJDb2xvciI6eyIkaWQiOiIxMzY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zNzAiLCJUb3AiOjAuMCwiTGVmdCI6MC4wLCJSaWdodCI6MC4wLCJCb3R0b20iOjAuMH0sIlBhZGRpbmciOnsiJGlkIjoiMTM3MSIsIlRvcCI6MC4wLCJMZWZ0IjowLjAsIlJpZ2h0IjowLjAsIkJvdHRvbSI6MC4wfSwiQmFja2dyb3VuZCI6eyIkaWQiOiIxMzcyIiwiQ29sb3IiOnsiJGlkIjoiMTM3MyIsIkEiOjAsIlIiOjI1NSwiRyI6MjU1LCJCIjoyNTV9fSwiSXNWaXNpYmxlIjp0cnVlLCJXaWR0aCI6MC4wLCJIZWlnaHQiOjAuMCwiQm9yZGVyU3R5bGUiOnsiJGlkIjoiMTM3NCIsIkxpbmVDb2xvciI6bnVsbCwiTGluZVdlaWdodCI6MC4wLCJMaW5lVHlwZSI6MCwiUGFyZW50U3R5bGUiOm51bGx9LCJQYXJlbnRTdHlsZSI6bnVsbH0sIkRhdGVTdHlsZSI6eyIkaWQiOiIxMzc1IiwiRm9udFNldHRpbmdzIjp7IiRpZCI6IjEzNzYiLCJGb250U2l6ZSI6MTAsIkZvbnROYW1lIjoiQ2FsaWJyaSIsIklzQm9sZCI6ZmFsc2UsIklzSXRhbGljIjpmYWxzZSwiSXNVbmRlcmxpbmVkIjpmYWxzZSwiUGFyZW50U3R5bGUiOm51bGx9LCJBdXRvU2l6ZSI6MCwiRm9yZWdyb3VuZCI6eyIkaWQiOiIxMzc3IiwiQ29sb3IiOnsiJGlkIjoiMTM3O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M3OSIsIlRvcCI6MC4wLCJMZWZ0IjowLjAsIlJpZ2h0IjowLjAsIkJvdHRvbSI6MC4wfSwiUGFkZGluZyI6eyIkaWQiOiIxMzgwIiwiVG9wIjowLjAsIkxlZnQiOjAuMCwiUmlnaHQiOjAuMCwiQm90dG9tIjowLjB9LCJCYWNrZ3JvdW5kIjp7IiRpZCI6IjEzODEiLCJDb2xvciI6eyIkaWQiOiIxMzgyIiwiQSI6MCwiUiI6MjU1LCJHIjoyNTUsIkIiOjI1NX19LCJJc1Zpc2libGUiOnRydWUsIldpZHRoIjowLjAsIkhlaWdodCI6MC4wLCJCb3JkZXJTdHlsZSI6eyIkaWQiOiIxMzgzIiwiTGluZUNvbG9yIjpudWxsLCJMaW5lV2VpZ2h0IjowLjAsIkxpbmVUeXBlIjowLCJQYXJlbnRTdHlsZSI6bnVsbH0sIlBhcmVudFN0eWxlIjpudWxsfSwiRGF0ZUZvcm1hdCI6eyIkaWQiOiIxMzg0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MTM4NSIsIkRhdGVQYXJ0SXNWaXNpYmxlIjp0cnVlLCJUaW1lUGFydElzVmlzaWJsZSI6ZmFsc2V9fSwiV2Vla051bWJlcmluZyI6eyIkaWQiOiIxMzg2IiwiRm9ybWF0IjowLCJJc1Zpc2libGUiOmZhbHNlLCJMYXN0S25vd25WaXNpYmlsaXR5U3RhdGUiOmZhbHNlfSwiSXNWaXNpYmxlIjp0cnVlLCJQYXJlbnRTdHlsZSI6bnVsbH0sIkluZGV4IjoyNSwiUGVyY2VudGFnZUNvbXBsZXRlIjpudWxsLCJQb3NpdGlvbiI6eyJSYXRpbyI6MC4wLCJJc0N1c3RvbSI6ZmFsc2V9LCJEYXRlRm9ybWF0Ijp7IiRyZWYiOiIxMzg0In0sIldlZWtOdW1iZXJpbmciOnsiJGlkIjoiMTM4NyIsIkZvcm1hdCI6MCwiSXNWaXNpYmxlIjpmYWxzZSwiTGFzdEtub3duVmlzaWJpbGl0eVN0YXRlIjpmYWxzZX0sIlJlbGF0ZWRUYXNrSWQiOiJmYTg4ODZiNy02OWE1LTRjMDItODE3YS1hYmE1NDU3NmU5MjEiLCJJZCI6IjczNjA5ZDZlLThjNjQtNDA1ZS1hZjlhLTExMTkwMDk0NWRhYSIsIkltcG9ydElkIjpudWxsLCJUaXRsZSI6IlByaXZhdGUgQmV0YSIsIk5vdGUiOm51bGwsIkh5cGVybGluayI6eyIkaWQiOiIxMzg4IiwiQWRkcmVzcyI6IiIsIlN1YkFkZHJlc3MiOiIifSwiSXNDaGFuZ2VkIjpmYWxzZSwiSXNOZXciOmZhbHNlfSx7IiRpZCI6IjEzODkiLCJEYXRlIjoiMjAyMi0wOC0xMFQyMzo1OTowMCIsIlN0eWxlIjp7IiRpZCI6IjEzOTAiLCJTaGFwZSI6MTQsIkNvbm5lY3Rvck1hcmdpbiI6eyIkaWQiOiIxMzkxIiwiVG9wIjowLjAsIkxlZnQiOjIuMCwiUmlnaHQiOjIuMCwiQm90dG9tIjowLjB9LCJDb25uZWN0b3JTdHlsZSI6eyIkaWQiOiIxMzkyIiwiTGluZUNvbG9yIjp7IiRpZCI6IjEzOTMiLCIkdHlwZSI6Ik5MUkUuQ29tbW9uLkRvbS5Tb2xpZENvbG9yQnJ1c2gsIE5MUkUuQ29tbW9uIiwiQ29sb3IiOnsiJGlkIjoiMTM5NCIsIkEiOjEyNywiUiI6NTYsIkciOjg3LCJCIjozNX19LCJMaW5lV2VpZ2h0IjoxLjAsIkxpbmVUeXBlIjowLCJQYXJlbnRTdHlsZSI6bnVsbH0sIklzQmVsb3dUaW1lYmFuZCI6dHJ1ZSwiUG9zaXRpb25PblRhc2siOjMsIkhpZGVEYXRlIjpmYWxzZSwiU2hhcGVTaXplIjoxLCJTcGFjaW5nIjoxLjAsIlBhZGRpbmciOnsiJGlkIjoiMTM5NSIsIlRvcCI6Ny4wLCJMZWZ0IjozLjAsIlJpZ2h0IjowLjAsIkJvdHRvbSI6Mi4wfSwiU2hhcGVTdHlsZSI6eyIkaWQiOiIxMzk2IiwiTWFyZ2luIjp7IiRpZCI6IjEzOTciLCJUb3AiOjAuMCwiTGVmdCI6MC4wLCJSaWdodCI6MC4wLCJCb3R0b20iOjAuMH0sIlBhZGRpbmciOnsiJGlkIjoiMTM5OCIsIlRvcCI6MC4wLCJMZWZ0IjowLjAsIlJpZ2h0IjowLjAsIkJvdHRvbSI6MC4wfSwiQmFja2dyb3VuZCI6eyIkaWQiOiIxMzk5IiwiQ29sb3IiOnsiJGlkIjoiMTQwMCIsIkEiOjI1NSwiUiI6NTYsIkciOjg3LCJCIjozNX19LCJJc1Zpc2libGUiOnRydWUsIldpZHRoIjoxOC4wLCJIZWlnaHQiOjIwLjAsIkJvcmRlclN0eWxlIjp7IiRpZCI6IjE0MDEiLCJMaW5lQ29sb3IiOm51bGwsIkxpbmVXZWlnaHQiOjAuMCwiTGluZVR5cGUiOjAsIlBhcmVudFN0eWxlIjpudWxsfSwiUGFyZW50U3R5bGUiOm51bGx9LCJUaXRsZVN0eWxlIjp7IiRpZCI6IjE0MDIiLCJGb250U2V0dGluZ3MiOnsiJGlkIjoiMTQwMyIsIkZvbnRTaXplIjoxMSwiRm9udE5hbWUiOiJDYWxpYnJpIiwiSXNCb2xkIjp0cnVlLCJJc0l0YWxpYyI6ZmFsc2UsIklzVW5kZXJsaW5lZCI6ZmFsc2UsIlBhcmVudFN0eWxlIjpudWxsfSwiQXV0b1NpemUiOjAsIkZvcmVncm91bmQiOnsiJGlkIjoiMTQwNCIsIkNvbG9yIjp7IiRpZCI6IjE0MDU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QwNiIsIlRvcCI6MC4wLCJMZWZ0IjowLjAsIlJpZ2h0IjowLjAsIkJvdHRvbSI6MC4wfSwiUGFkZGluZyI6eyIkaWQiOiIxNDA3IiwiVG9wIjowLjAsIkxlZnQiOjAuMCwiUmlnaHQiOjAuMCwiQm90dG9tIjowLjB9LCJCYWNrZ3JvdW5kIjp7IiRpZCI6IjE0MDgiLCJDb2xvciI6eyIkaWQiOiIxNDA5IiwiQSI6MCwiUiI6MjU1LCJHIjoyNTUsIkIiOjI1NX19LCJJc1Zpc2libGUiOnRydWUsIldpZHRoIjowLjAsIkhlaWdodCI6MC4wLCJCb3JkZXJTdHlsZSI6eyIkaWQiOiIxNDEwIiwiTGluZUNvbG9yIjpudWxsLCJMaW5lV2VpZ2h0IjowLjAsIkxpbmVUeXBlIjowLCJQYXJlbnRTdHlsZSI6bnVsbH0sIlBhcmVudFN0eWxlIjpudWxsfSwiRGF0ZVN0eWxlIjp7IiRpZCI6IjE0MTEiLCJGb250U2V0dGluZ3MiOnsiJGlkIjoiMTQxMiIsIkZvbnRTaXplIjoxMCwiRm9udE5hbWUiOiJDYWxpYnJpIiwiSXNCb2xkIjpmYWxzZSwiSXNJdGFsaWMiOmZhbHNlLCJJc1VuZGVybGluZWQiOmZhbHNlLCJQYXJlbnRTdHlsZSI6bnVsbH0sIkF1dG9TaXplIjowLCJGb3JlZ3JvdW5kIjp7IiRpZCI6IjE0MTMiLCJDb2xvciI6eyIkaWQiOiIxNDE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DE1IiwiVG9wIjowLjAsIkxlZnQiOjAuMCwiUmlnaHQiOjAuMCwiQm90dG9tIjowLjB9LCJQYWRkaW5nIjp7IiRpZCI6IjE0MTYiLCJUb3AiOjAuMCwiTGVmdCI6MC4wLCJSaWdodCI6MC4wLCJCb3R0b20iOjAuMH0sIkJhY2tncm91bmQiOnsiJGlkIjoiMTQxNyIsIkNvbG9yIjp7IiRpZCI6IjE0MTgiLCJBIjowLCJSIjoyNTUsIkciOjI1NSwiQiI6MjU1fX0sIklzVmlzaWJsZSI6dHJ1ZSwiV2lkdGgiOjAuMCwiSGVpZ2h0IjowLjAsIkJvcmRlclN0eWxlIjp7IiRpZCI6IjE0MTkiLCJMaW5lQ29sb3IiOm51bGwsIkxpbmVXZWlnaHQiOjAuMCwiTGluZVR5cGUiOjAsIlBhcmVudFN0eWxlIjpudWxsfSwiUGFyZW50U3R5bGUiOm51bGx9LCJEYXRlRm9ybWF0Ijp7IiRpZCI6IjE0MjAiLCJGb3JtYXRTdHJpbmciOiJNTU0gZCIsIlNlcGFyYXRvciI6Ii8iLCJVc2VJbnRlcm5hdGlvbmFsRGF0ZUZvcm1hdCI6ZmFsc2UsIkRhdGVJc1Zpc2libGUiOnRydWUsIlRpbWVJc1Zpc2libGUiOmZhbHNlLCJIb3VyRGlnaXRzIjoxLCJBbVBtRGVzaWduYXRvciI6MiwiVHJpbTAwTWludXRlcyI6ZmFsc2UsIkxhc3RLbm93blZpc2liaWxpdHlTdGF0ZSI6eyIkaWQiOiIxNDIxIiwiRGF0ZVBhcnRJc1Zpc2libGUiOnRydWUsIlRpbWVQYXJ0SXNWaXNpYmxlIjpmYWxzZX19LCJXZWVrTnVtYmVyaW5nIjp7IiRpZCI6IjE0MjIiLCJGb3JtYXQiOjAsIklzVmlzaWJsZSI6ZmFsc2UsIkxhc3RLbm93blZpc2liaWxpdHlTdGF0ZSI6ZmFsc2V9LCJJc1Zpc2libGUiOnRydWUsIlBhcmVudFN0eWxlIjpudWxsfSwiSW5kZXgiOjI2LCJQZXJjZW50YWdlQ29tcGxldGUiOm51bGwsIlBvc2l0aW9uIjp7IlJhdGlvIjowLjAsIklzQ3VzdG9tIjpmYWxzZX0sIkRhdGVGb3JtYXQiOnsiJHJlZiI6IjE0MjAifSwiV2Vla051bWJlcmluZyI6eyIkaWQiOiIxNDIzIiwiRm9ybWF0IjowLCJJc1Zpc2libGUiOmZhbHNlLCJMYXN0S25vd25WaXNpYmlsaXR5U3RhdGUiOmZhbHNlfSwiUmVsYXRlZFRhc2tJZCI6ImZhODg4NmI3LTY5YTUtNGMwMi04MTdhLWFiYTU0NTc2ZTkyMSIsIklkIjoiNjQyNzUzY2UtMzM2Mi00NTI0LWJkYTctZTRlZTEwOWE1ZjlkIiwiSW1wb3J0SWQiOm51bGwsIlRpdGxlIjoiUHVibGljIEJldGEiLCJOb3RlIjpudWxsLCJIeXBlcmxpbmsiOnsiJGlkIjoiMTQyNCIsIkFkZHJlc3MiOiIiLCJTdWJBZGRyZXNzIjoiIn0sIklzQ2hhbmdlZCI6ZmFsc2UsIklzTmV3IjpmYWxzZX1dLCJUYXNrRGVmaW5pdGlvbiI6eyIkaWQiOiIxNDI1IiwiR3JvdXBOYW1lIjpudWxsLCJTdGFydERhdGUiOiIyMDIyLTA0LTAxVDAyOjM0OjAwWiIsIkVuZERhdGUiOiIyMDIyLTA5LTAxVDIyOjA4OjAwWiIsIlBlcmNlbnRhZ2VDb21wbGV0ZSI6bnVsbCwiU3R5bGUiOnsiJGlkIjoiMTQyNiIsIlNoYXBlIjo3LCJTaGFwZVRoaWNrbmVzcyI6MCwiRHVyYXRpb25Gb3JtYXQiOjUsIkluY2x1ZGVOb25Xb3JraW5nRGF5c0luRHVyYXRpb24iOmZhbHNlLCJQZXJjZW50YWdlQ29tcGxldGVTdHlsZSI6eyIkaWQiOiIxNDI3IiwiRm9udFNldHRpbmdzIjp7IiRpZCI6IjE0MjgiLCJGb250U2l6ZSI6MTAsIkZvbnROYW1lIjoiQ2FsaWJyaSIsIklzQm9sZCI6ZmFsc2UsIklzSXRhbGljIjpmYWxzZSwiSXNVbmRlcmxpbmVkIjpmYWxzZSwiUGFyZW50U3R5bGUiOm51bGx9LCJBdXRvU2l6ZSI6MCwiRm9yZWdyb3VuZCI6eyIkaWQiOiIxNDI5IiwiQ29sb3IiOnsiJGlkIjoiMTQz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MzEiLCJUb3AiOjAuMCwiTGVmdCI6MC4wLCJSaWdodCI6MC4wLCJCb3R0b20iOjAuMH0sIlBhZGRpbmciOnsiJGlkIjoiMTQzMiIsIlRvcCI6MC4wLCJMZWZ0IjowLjAsIlJpZ2h0IjowLjAsIkJvdHRvbSI6MC4wfSwiQmFja2dyb3VuZCI6eyIkaWQiOiIxNDMzIiwiQ29sb3IiOnsiJGlkIjoiMTQzNCIsIkEiOjg5LCJSIjowLCJHIjowLCJCIjowfX0sIklzVmlzaWJsZSI6dHJ1ZSwiV2lkdGgiOjAuMCwiSGVpZ2h0IjowLjAsIkJvcmRlclN0eWxlIjp7IiRpZCI6IjE0MzUiLCJMaW5lQ29sb3IiOm51bGwsIkxpbmVXZWlnaHQiOjAuMCwiTGluZVR5cGUiOjAsIlBhcmVudFN0eWxlIjpudWxsfSwiUGFyZW50U3R5bGUiOm51bGx9LCJEdXJhdGlvblN0eWxlIjp7IiRpZCI6IjE0MzYiLCJGb250U2V0dGluZ3MiOnsiJGlkIjoiMTQzNyIsIkZvbnRTaXplIjoxMCwiRm9udE5hbWUiOiJDYWxpYnJpIiwiSXNCb2xkIjp0cnVlLCJJc0l0YWxpYyI6ZmFsc2UsIklzVW5kZXJsaW5lZCI6ZmFsc2UsIlBhcmVudFN0eWxlIjpudWxsfSwiQXV0b1NpemUiOjAsIkZvcmVncm91bmQiOnsiJGlkIjoiMTQzOCIsIkNvbG9yIjp7IiRpZCI6IjE0Mzk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SG9yaXpvbnRhbENvbm5lY3RvclN0eWxlIjp7IiRpZCI6IjE0NDUiLCJMaW5lQ29sb3IiOnsiJGlkIjoiMTQ0NiIsIiR0eXBlIjoiTkxSRS5Db21tb24uRG9tLlNvbGlkQ29sb3JCcnVzaCwgTkxSRS5Db21tb24iLCJDb2xvciI6eyIkaWQiOiIxNDQ3IiwiQSI6MjU1LCJSIjoyMDQsIkciOjIwNCwiQiI6MjA0fX0sIkxpbmVXZWlnaHQiOjEuMCwiTGluZVR5cGUiOjAsIlBhcmVudFN0eWxlIjpudWxsfSwiVmVydGljYWxDb25uZWN0b3JTdHlsZSI6eyIkaWQiOiIxNDQ4IiwiTGluZUNvbG9yIjp7IiRpZCI6IjE0NDkiLCIkdHlwZSI6Ik5MUkUuQ29tbW9uLkRvbS5Tb2xpZENvbG9yQnJ1c2gsIE5MUkUuQ29tbW9uIiwiQ29sb3IiOnsiJGlkIjoiMTQ1MC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NiwiU3BhY2luZyI6MywiSXNCZWxvd1RpbWViYW5kIjp0cnVlLCJQZXJjZW50YWdlQ29tcGxldGVTaGFwZU9wYWNpdHkiOjM1LCJTaGFwZVN0eWxlIjp7IiRpZCI6IjE0NTEiLCJNYXJnaW4iOnsiJGlkIjoiMTQ1MiIsIlRvcCI6MC4wLCJMZWZ0Ijo0LjAsIlJpZ2h0Ijo0LjAsIkJvdHRvbSI6MC4wfSwiUGFkZGluZyI6eyIkaWQiOiIxNDUzIiwiVG9wIjowLjAsIkxlZnQiOjAuMCwiUmlnaHQiOjAuMCwiQm90dG9tIjowLjB9LCJCYWNrZ3JvdW5kIjp7IiRpZCI6IjE0NTQiLCJDb2xvciI6eyIkaWQiOiIxNDU1IiwiQSI6MjU1LCJSIjoxMTIsIkciOjE3MywiQiI6NzF9fSwiSXNWaXNpYmxlIjp0cnVlLCJXaWR0aCI6MC4wLCJIZWlnaHQiOjEwLjAsIkJvcmRlclN0eWxlIjp7IiRpZCI6IjE0NTYiLCJMaW5lQ29sb3IiOnsiJGlkIjoiMTQ1NyIsIiR0eXBlIjoiTkxSRS5Db21tb24uRG9tLlNvbGlkQ29sb3JCcnVzaCwgTkxSRS5Db21tb24iLCJDb2xvciI6eyIkaWQiOiIxNDU4IiwiQSI6MjU1LCJSIjoyNTUsIkciOjAsIkIiOjB9fSwiTGluZVdlaWdodCI6MC4wLCJMaW5lVHlwZSI6MCwiUGFyZW50U3R5bGUiOm51bGx9LCJQYXJlbnRTdHlsZSI6bnVsbH0sIlRpdGxlU3R5bGUiOnsiJGlkIjoiMTQ1OSIsIkZvbnRTZXR0aW5ncyI6eyIkaWQiOiIxNDYwIiwiRm9udFNpemUiOjExLCJGb250TmFtZSI6IkNhbGlicmkiLCJJc0JvbGQiOnRydWUsIklzSXRhbGljIjpmYWxzZSwiSXNVbmRlcmxpbmVkIjpmYWxzZSwiUGFyZW50U3R5bGUiOm51bGx9LCJBdXRvU2l6ZSI6MCwiRm9yZWdyb3VuZCI6eyIkaWQiOiIxNDYxIiwiQ29sb3IiOnsiJGlkIjoiMTQ2Mi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NDYzIiwiVG9wIjowLjAsIkxlZnQiOjAuMCwiUmlnaHQiOjAuMCwiQm90dG9tIjowLjB9LCJQYWRkaW5nIjp7IiRpZCI6IjE0NjQiLCJUb3AiOjAuMCwiTGVmdCI6MC4wLCJSaWdodCI6MC4wLCJCb3R0b20iOjAuMH0sIkJhY2tncm91bmQiOnsiJGlkIjoiMTQ2NSIsIkNvbG9yIjp7IiRpZCI6IjE0NjYiLCJBIjowLCJSIjoyNTUsIkciOjI1NSwiQiI6MjU1fX0sIklzVmlzaWJsZSI6dHJ1ZSwiV2lkdGgiOjAuMCwiSGVpZ2h0IjowLjAsIkJvcmRlclN0eWxlIjp7IiRpZCI6IjE0NjciLCJMaW5lQ29sb3IiOm51bGwsIkxpbmVXZWlnaHQiOjAuMCwiTGluZVR5cGUiOjAsIlBhcmVudFN0eWxlIjpudWxsfSwiUGFyZW50U3R5bGUiOm51bGx9LCJEYXRlU3R5bGUiOnsiJGlkIjoiMTQ2OCIsIkZvbnRTZXR0aW5ncyI6eyIkaWQiOiIxNDY5IiwiRm9udFNpemUiOjEwLCJGb250TmFtZSI6IkNhbGlicmkiLCJJc0JvbGQiOmZhbHNlLCJJc0l0YWxpYyI6ZmFsc2UsIklzVW5kZXJsaW5lZCI6ZmFsc2UsIlBhcmVudFN0eWxlIjpudWxsfSwiQXV0b1NpemUiOjAsIkZvcmVncm91bmQiOnsiJGlkIjoiMTQ3MCIsIkNvbG9yIjp7IiRpZCI6IjE0Nz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NzIiLCJUb3AiOjAuMCwiTGVmdCI6MC4wLCJSaWdodCI6MC4wLCJCb3R0b20iOjAuMH0sIlBhZGRpbmciOnsiJGlkIjoiMTQ3MyIsIlRvcCI6MC4wLCJMZWZ0IjowLjAsIlJpZ2h0IjowLjAsIkJvdHRvbSI6MC4wfSwiQmFja2dyb3VuZCI6eyIkaWQiOiIxNDc0IiwiQ29sb3IiOnsiJHJlZiI6IjE0MzQifX0sIklzVmlzaWJsZSI6dHJ1ZSwiV2lkdGgiOjAuMCwiSGVpZ2h0IjowLjAsIkJvcmRlclN0eWxlIjp7IiRpZCI6IjE0NzUiLCJMaW5lQ29sb3IiOm51bGwsIkxpbmVXZWlnaHQiOjAuMCwiTGluZVR5cGUiOjAsIlBhcmVudFN0eWxlIjpudWxsfSwiUGFyZW50U3R5bGUiOm51bGx9LCJEYXRlRm9ybWF0Ijp7IiRpZCI6IjE0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3NyIsIkZvcm1hdCI6MCwiSXNWaXNpYmxlIjpmYWxzZSwiTGFzdEtub3duVmlzaWJpbGl0eVN0YXRlIjpmYWxzZX0sIklzVmlzaWJsZSI6dHJ1ZSwiUGFyZW50U3R5bGUiOm51bGx9LCJJbmRleCI6MjMsIlNtYXJ0RHVyYXRpb25BY3RpdmF0ZWQiOmZhbHNlLCJEYXRlRm9ybWF0Ijp7IiRyZWYiOiIxNDc2In0sIldlZWtOdW1iZXJpbmciOnsiJGlkIjoiMTQ3OCIsIkZvcm1hdCI6MCwiSXNWaXNpYmxlIjpmYWxzZSwiTGFzdEtub3duVmlzaWJpbGl0eVN0YXRlIjpmYWxzZX0sIklkIjoiZmE4ODg2YjctNjlhNS00YzAyLTgxN2EtYWJhNTQ1NzZlOTIxIiwiSW1wb3J0SWQiOm51bGwsIlRpdGxlIjoiRGV2ZWxvcG1lbnQiLCJOb3RlIjpudWxsLCJIeXBlcmxpbmsiOnsiJGlkIjoiMTQ3OSIsIkFkZHJlc3MiOiIiLCJTdWJBZGRyZXNzIjoiIn0sIklzQ2hhbmdlZCI6ZmFsc2UsIklzTmV3IjpmYWxzZX19LHsiJGlkIjoiMTQ4MCIsIl9hdHRhY2hlZE1pbGVzdG9uZXMiOltdLCJUYXNrRGVmaW5pdGlvbiI6eyIkaWQiOiIxNDgxIiwiR3JvdXBOYW1lIjpudWxsLCJTdGFydERhdGUiOiIyMDIyLTA5LTAxVDE0OjUyOjAwWiIsIkVuZERhdGUiOiIyMDIyLTEwLTIxVDAxOjUxOjAwWiIsIlBlcmNlbnRhZ2VDb21wbGV0ZSI6bnVsbCwiU3R5bGUiOnsiJGlkIjoiMTQ4MiIsIlNoYXBlIjo3LCJTaGFwZVRoaWNrbmVzcyI6MCwiRHVyYXRpb25Gb3JtYXQiOjUsIkluY2x1ZGVOb25Xb3JraW5nRGF5c0luRHVyYXRpb24iOmZhbHNlLCJQZXJjZW50YWdlQ29tcGxldGVTdHlsZSI6eyIkaWQiOiIxNDgzIiwiRm9udFNldHRpbmdzIjp7IiRpZCI6IjE0ODQiLCJGb250U2l6ZSI6MTAsIkZvbnROYW1lIjoiQ2FsaWJyaSIsIklzQm9sZCI6ZmFsc2UsIklzSXRhbGljIjpmYWxzZSwiSXNVbmRlcmxpbmVkIjpmYWxzZSwiUGFyZW50U3R5bGUiOm51bGx9LCJBdXRvU2l6ZSI6MCwiRm9yZWdyb3VuZCI6eyIkaWQiOiIxNDg1IiwiQ29sb3IiOnsiJGlkIjoiMTQ4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ODciLCJUb3AiOjAuMCwiTGVmdCI6MC4wLCJSaWdodCI6MC4wLCJCb3R0b20iOjAuMH0sIlBhZGRpbmciOnsiJGlkIjoiMTQ4OCIsIlRvcCI6MC4wLCJMZWZ0IjowLjAsIlJpZ2h0IjowLjAsIkJvdHRvbSI6MC4wfSwiQmFja2dyb3VuZCI6eyIkaWQiOiIxNDg5IiwiQ29sb3IiOnsiJGlkIjoiMTQ5MCIsIkEiOjg5LCJSIjowLCJHIjowLCJCIjowfX0sIklzVmlzaWJsZSI6dHJ1ZSwiV2lkdGgiOjAuMCwiSGVpZ2h0IjowLjAsIkJvcmRlclN0eWxlIjp7IiRpZCI6IjE0OTEiLCJMaW5lQ29sb3IiOm51bGwsIkxpbmVXZWlnaHQiOjAuMCwiTGluZVR5cGUiOjAsIlBhcmVudFN0eWxlIjpudWxsfSwiUGFyZW50U3R5bGUiOm51bGx9LCJEdXJhdGlvblN0eWxlIjp7IiRpZCI6IjE0OTIiLCJGb250U2V0dGluZ3MiOnsiJGlkIjoiMTQ5MyIsIkZvbnRTaXplIjoxMCwiRm9udE5hbWUiOiJDYWxpYnJpIiwiSXNCb2xkIjp0cnVlLCJJc0l0YWxpYyI6ZmFsc2UsIklzVW5kZXJsaW5lZCI6ZmFsc2UsIlBhcmVudFN0eWxlIjpudWxsfSwiQXV0b1NpemUiOjAsIkZvcmVncm91bmQiOnsiJGlkIjoiMTQ5NCIsIkNvbG9yIjp7IiRpZCI6IjE0OT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YiLCJUb3AiOjAuMCwiTGVmdCI6MC4wLCJSaWdodCI6MC4wLCJCb3R0b20iOjAuMH0sIlBhZGRpbmciOnsiJGlkIjoiMTQ5NyIsIlRvcCI6MC4wLCJMZWZ0IjowLjAsIlJpZ2h0IjowLjAsIkJvdHRvbSI6MC4wfSwiQmFja2dyb3VuZCI6eyIkaWQiOiIxNDk4IiwiQ29sb3IiOnsiJHJlZiI6IjE0OTAifX0sIklzVmlzaWJsZSI6dHJ1ZSwiV2lkdGgiOjAuMCwiSGVpZ2h0IjowLjAsIkJvcmRlclN0eWxlIjp7IiRpZCI6IjE0OTkiLCJMaW5lQ29sb3IiOm51bGwsIkxpbmVXZWlnaHQiOjAuMCwiTGluZVR5cGUiOjAsIlBhcmVudFN0eWxlIjpudWxsfSwiUGFyZW50U3R5bGUiOm51bGx9LCJIb3Jpem9udGFsQ29ubmVjdG9yU3R5bGUiOnsiJGlkIjoiMTUwMCIsIkxpbmVDb2xvciI6eyIkaWQiOiIxNTAxIiwiJHR5cGUiOiJOTFJFLkNvbW1vbi5Eb20uU29saWRDb2xvckJydXNoLCBOTFJFLkNvbW1vbiIsIkNvbG9yIjp7IiRpZCI6IjE1MDIiLCJBIjoyNTUsIlIiOjIwNCwiRyI6MjA0LCJCIjoyMDR9fSwiTGluZVdlaWdodCI6MS4wLCJMaW5lVHlwZSI6MCwiUGFyZW50U3R5bGUiOm51bGx9LCJWZXJ0aWNhbENvbm5lY3RvclN0eWxlIjp7IiRpZCI6IjE1MDMiLCJMaW5lQ29sb3IiOnsiJGlkIjoiMTUwNCIsIiR0eXBlIjoiTkxSRS5Db21tb24uRG9tLlNvbGlkQ29sb3JCcnVzaCwgTkxSRS5Db21tb24iLCJDb2xvciI6eyIkaWQiOiIxNTA1IiwiQSI6MjU1LCJSIjoyMDQsIkciOjIwNCwiQiI6MjA0fX0sIkxpbmVXZWlnaHQiOjAuMCwiTGluZVR5cGUiOjAsIlBhcmVudFN0eWxlIjpudWxsfSwiTWFyZ2luIjpudWxsLCJTdGFydERhdGVQb3NpdGlvbiI6NiwiRW5kRGF0ZVBvc2l0aW9uIjo2LCJEYXRlSXNWaXNpYmxlIjpmYWxzZSwiVGl0bGVQb3NpdGlvbiI6MSwiRHVyYXRpb25Qb3NpdGlvbiI6NiwiUGVyY2VudGFnZUNvbXBsZXRlZFBvc2l0aW9uIjo2LCJTcGFjaW5nIjozLCJJc0JlbG93VGltZWJhbmQiOnRydWUsIlBlcmNlbnRhZ2VDb21wbGV0ZVNoYXBlT3BhY2l0eSI6MzUsIlNoYXBlU3R5bGUiOnsiJGlkIjoiMTUwNiIsIk1hcmdpbiI6eyIkaWQiOiIxNTA3IiwiVG9wIjowLjAsIkxlZnQiOjQuMCwiUmlnaHQiOjQuMCwiQm90dG9tIjowLjB9LCJQYWRkaW5nIjp7IiRpZCI6IjE1MDgiLCJUb3AiOjAuMCwiTGVmdCI6MC4wLCJSaWdodCI6MC4wLCJCb3R0b20iOjAuMH0sIkJhY2tncm91bmQiOnsiJGlkIjoiMTUwOSIsIkNvbG9yIjp7IiRpZCI6IjE1MTAiLCJBIjoyNTUsIlIiOjExMiwiRyI6MTczLCJCIjo3MX19LCJJc1Zpc2libGUiOnRydWUsIldpZHRoIjowLjAsIkhlaWdodCI6MTAuMCwiQm9yZGVyU3R5bGUiOnsiJGlkIjoiMTUxMSIsIkxpbmVDb2xvciI6eyIkaWQiOiIxNTEyIiwiJHR5cGUiOiJOTFJFLkNvbW1vbi5Eb20uU29saWRDb2xvckJydXNoLCBOTFJFLkNvbW1vbiIsIkNvbG9yIjp7IiRpZCI6IjE1MTMiLCJBIjoyNTUsIlIiOjI1NSwiRyI6MCwiQiI6MH19LCJMaW5lV2VpZ2h0IjowLjAsIkxpbmVUeXBlIjowLCJQYXJlbnRTdHlsZSI6bnVsbH0sIlBhcmVudFN0eWxlIjpudWxsfSwiVGl0bGVTdHlsZSI6eyIkaWQiOiIxNTE0IiwiRm9udFNldHRpbmdzIjp7IiRpZCI6IjE1MTUiLCJGb250U2l6ZSI6MTEsIkZvbnROYW1lIjoiQ2FsaWJyaSIsIklzQm9sZCI6dHJ1ZSwiSXNJdGFsaWMiOmZhbHNlLCJJc1VuZGVybGluZWQiOmZhbHNlLCJQYXJlbnRTdHlsZSI6bnVsbH0sIkF1dG9TaXplIjowLCJGb3JlZ3JvdW5kIjp7IiRpZCI6IjE1MTYiLCJDb2xvciI6eyIkaWQiOiIxNTE3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E1MTgiLCJUb3AiOjAuMCwiTGVmdCI6MC4wLCJSaWdodCI6MC4wLCJCb3R0b20iOjAuMH0sIlBhZGRpbmciOnsiJGlkIjoiMTUxOSIsIlRvcCI6MC4wLCJMZWZ0IjowLjAsIlJpZ2h0IjowLjAsIkJvdHRvbSI6MC4wfSwiQmFja2dyb3VuZCI6eyIkaWQiOiIxNTIwIiwiQ29sb3IiOnsiJGlkIjoiMTUyMSIsIkEiOjAsIlIiOjI1NSwiRyI6MjU1LCJCIjoyNTV9fSwiSXNWaXNpYmxlIjp0cnVlLCJXaWR0aCI6MC4wLCJIZWlnaHQiOjAuMCwiQm9yZGVyU3R5bGUiOnsiJGlkIjoiMTUyMiIsIkxpbmVDb2xvciI6bnVsbCwiTGluZVdlaWdodCI6MC4wLCJMaW5lVHlwZSI6MCwiUGFyZW50U3R5bGUiOm51bGx9LCJQYXJlbnRTdHlsZSI6bnVsbH0sIkRhdGVTdHlsZSI6eyIkaWQiOiIxNTIzIiwiRm9udFNldHRpbmdzIjp7IiRpZCI6IjE1MjQiLCJGb250U2l6ZSI6MTAsIkZvbnROYW1lIjoiQ2FsaWJyaSIsIklzQm9sZCI6ZmFsc2UsIklzSXRhbGljIjpmYWxzZSwiSXNVbmRlcmxpbmVkIjpmYWxzZSwiUGFyZW50U3R5bGUiOm51bGx9LCJBdXRvU2l6ZSI6MCwiRm9yZWdyb3VuZCI6eyIkaWQiOiIxNTI1IiwiQ29sb3IiOnsiJGlkIjoiMTU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UyNyIsIlRvcCI6MC4wLCJMZWZ0IjowLjAsIlJpZ2h0IjowLjAsIkJvdHRvbSI6MC4wfSwiUGFkZGluZyI6eyIkaWQiOiIxNTI4IiwiVG9wIjowLjAsIkxlZnQiOjAuMCwiUmlnaHQiOjAuMCwiQm90dG9tIjowLjB9LCJCYWNrZ3JvdW5kIjp7IiRpZCI6IjE1MjkiLCJDb2xvciI6eyIkcmVmIjoiMTQ5MCJ9fSwiSXNWaXNpYmxlIjp0cnVlLCJXaWR0aCI6MC4wLCJIZWlnaHQiOjAuMCwiQm9yZGVyU3R5bGUiOnsiJGlkIjoiMTUzMCIsIkxpbmVDb2xvciI6bnVsbCwiTGluZVdlaWdodCI6MC4wLCJMaW5lVHlwZSI6MCwiUGFyZW50U3R5bGUiOm51bGx9LCJQYXJlbnRTdHlsZSI6bnVsbH0sIkRhdGVGb3JtYXQiOnsiJGlkIjoiMTUz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MyIiwiRm9ybWF0IjowLCJJc1Zpc2libGUiOmZhbHNlLCJMYXN0S25vd25WaXNpYmlsaXR5U3RhdGUiOmZhbHNlfSwiSXNWaXNpYmxlIjp0cnVlLCJQYXJlbnRTdHlsZSI6bnVsbH0sIkluZGV4IjoyNCwiU21hcnREdXJhdGlvbkFjdGl2YXRlZCI6ZmFsc2UsIkRhdGVGb3JtYXQiOnsiJHJlZiI6IjE1MzEifSwiV2Vla051bWJlcmluZyI6eyIkaWQiOiIxNTMzIiwiRm9ybWF0IjowLCJJc1Zpc2libGUiOmZhbHNlLCJMYXN0S25vd25WaXNpYmlsaXR5U3RhdGUiOmZhbHNlfSwiSWQiOiJhMDAwNTAxMy1kMTQzLTRlY2EtODc5OS1mZTAwMjFhMjY2ZTAiLCJJbXBvcnRJZCI6bnVsbCwiVGl0bGUiOiJSQyIsIk5vdGUiOm51bGwsIkh5cGVybGluayI6eyIkaWQiOiIxNTM0IiwiQWRkcmVzcyI6IiIsIlN1YkFkZHJlc3MiOiIifSwiSXNDaGFuZ2VkIjpmYWxzZSwiSXNOZXciOmZhbHNlfX0seyIkaWQiOiIxNTM1IiwiX2F0dGFjaGVkTWlsZXN0b25lcyI6W3siJGlkIjoiMTUzNiIsIkRhdGUiOiIyMDIyLTExLTE1VDIzOjU5OjAwIiwiU3R5bGUiOnsiJGlkIjoiMTUzNyIsIlNoYXBlIjoxNCwiQ29ubmVjdG9yTWFyZ2luIjp7IiRpZCI6IjE1MzgiLCJUb3AiOjAuMCwiTGVmdCI6Mi4wLCJSaWdodCI6Mi4wLCJCb3R0b20iOjAuMH0sIkNvbm5lY3RvclN0eWxlIjp7IiRpZCI6IjE1MzkiLCJMaW5lQ29sb3IiOnsiJGlkIjoiMTU0MCIsIiR0eXBlIjoiTkxSRS5Db21tb24uRG9tLlNvbGlkQ29sb3JCcnVzaCwgTkxSRS5Db21tb24iLCJDb2xvciI6eyIkaWQiOiIxNTQxIiwiQSI6MTI3LCJSIjo1NiwiRyI6ODcsIkIiOjM1fX0sIkxpbmVXZWlnaHQiOjEuMCwiTGluZVR5cGUiOjAsIlBhcmVudFN0eWxlIjpudWxsfSwiSXNCZWxvd1RpbWViYW5kIjp0cnVlLCJQb3NpdGlvbk9uVGFzayI6MywiSGlkZURhdGUiOmZhbHNlLCJTaGFwZVNpemUiOjEsIlNwYWNpbmciOjEuMCwiUGFkZGluZyI6eyIkaWQiOiIxNTQyIiwiVG9wIjo3LjAsIkxlZnQiOjMuMCwiUmlnaHQiOjAuMCwiQm90dG9tIjoyLjB9LCJTaGFwZVN0eWxlIjp7IiRpZCI6IjE1NDMiLCJNYXJnaW4iOnsiJGlkIjoiMTU0NCIsIlRvcCI6MC4wLCJMZWZ0IjowLjAsIlJpZ2h0IjowLjAsIkJvdHRvbSI6MC4wfSwiUGFkZGluZyI6eyIkaWQiOiIxNTQ1IiwiVG9wIjowLjAsIkxlZnQiOjAuMCwiUmlnaHQiOjAuMCwiQm90dG9tIjowLjB9LCJCYWNrZ3JvdW5kIjp7IiRpZCI6IjE1NDYiLCJDb2xvciI6eyIkaWQiOiIxNTQ3IiwiQSI6MjU1LCJSIjo1NiwiRyI6ODcsIkIiOjM1fX0sIklzVmlzaWJsZSI6dHJ1ZSwiV2lkdGgiOjE4LjAsIkhlaWdodCI6MjAuMCwiQm9yZGVyU3R5bGUiOnsiJGlkIjoiMTU0OCIsIkxpbmVDb2xvciI6bnVsbCwiTGluZVdlaWdodCI6MC4wLCJMaW5lVHlwZSI6MCwiUGFyZW50U3R5bGUiOm51bGx9LCJQYXJlbnRTdHlsZSI6bnVsbH0sIlRpdGxlU3R5bGUiOnsiJGlkIjoiMTU0OSIsIkZvbnRTZXR0aW5ncyI6eyIkaWQiOiIxNTUwIiwiRm9udFNpemUiOjExLCJGb250TmFtZSI6IkNhbGlicmkiLCJJc0JvbGQiOnRydWUsIklzSXRhbGljIjpmYWxzZSwiSXNVbmRlcmxpbmVkIjpmYWxzZSwiUGFyZW50U3R5bGUiOm51bGx9LCJBdXRvU2l6ZSI6MCwiRm9yZWdyb3VuZCI6eyIkaWQiOiIxNTUxIiwiQ29sb3IiOnsiJGlkIjoiMTU1M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TUzIiwiVG9wIjowLjAsIkxlZnQiOjAuMCwiUmlnaHQiOjAuMCwiQm90dG9tIjowLjB9LCJQYWRkaW5nIjp7IiRpZCI6IjE1NTQiLCJUb3AiOjAuMCwiTGVmdCI6MC4wLCJSaWdodCI6MC4wLCJCb3R0b20iOjAuMH0sIkJhY2tncm91bmQiOnsiJGlkIjoiMTU1NSIsIkNvbG9yIjp7IiRpZCI6IjE1NTYiLCJBIjowLCJSIjoyNTUsIkciOjI1NSwiQiI6MjU1fX0sIklzVmlzaWJsZSI6dHJ1ZSwiV2lkdGgiOjAuMCwiSGVpZ2h0IjowLjAsIkJvcmRlclN0eWxlIjp7IiRpZCI6IjE1NTciLCJMaW5lQ29sb3IiOm51bGwsIkxpbmVXZWlnaHQiOjAuMCwiTGluZVR5cGUiOjAsIlBhcmVudFN0eWxlIjpudWxsfSwiUGFyZW50U3R5bGUiOm51bGx9LCJEYXRlU3R5bGUiOnsiJGlkIjoiMTU1OCIsIkZvbnRTZXR0aW5ncyI6eyIkaWQiOiIxNTU5IiwiRm9udFNpemUiOjEwLCJGb250TmFtZSI6IkNhbGlicmkiLCJJc0JvbGQiOmZhbHNlLCJJc0l0YWxpYyI6ZmFsc2UsIklzVW5kZXJsaW5lZCI6ZmFsc2UsIlBhcmVudFN0eWxlIjpudWxsfSwiQXV0b1NpemUiOjAsIkZvcmVncm91bmQiOnsiJGlkIjoiMTU2MCIsIkNvbG9yIjp7IiRpZCI6IjE1Nj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1NjIiLCJUb3AiOjAuMCwiTGVmdCI6MC4wLCJSaWdodCI6MC4wLCJCb3R0b20iOjAuMH0sIlBhZGRpbmciOnsiJGlkIjoiMTU2MyIsIlRvcCI6MC4wLCJMZWZ0IjowLjAsIlJpZ2h0IjowLjAsIkJvdHRvbSI6MC4wfSwiQmFja2dyb3VuZCI6eyIkaWQiOiIxNTY0IiwiQ29sb3IiOnsiJGlkIjoiMTU2NSIsIkEiOjAsIlIiOjI1NSwiRyI6MjU1LCJCIjoyNTV9fSwiSXNWaXNpYmxlIjp0cnVlLCJXaWR0aCI6MC4wLCJIZWlnaHQiOjAuMCwiQm9yZGVyU3R5bGUiOnsiJGlkIjoiMTU2NiIsIkxpbmVDb2xvciI6bnVsbCwiTGluZVdlaWdodCI6MC4wLCJMaW5lVHlwZSI6MCwiUGFyZW50U3R5bGUiOm51bGx9LCJQYXJlbnRTdHlsZSI6bnVsbH0sIkRhdGVGb3JtYXQiOnsiJGlkIjoiMTU2Ny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E1NjgiLCJEYXRlUGFydElzVmlzaWJsZSI6dHJ1ZSwiVGltZVBhcnRJc1Zpc2libGUiOmZhbHNlfX0sIldlZWtOdW1iZXJpbmciOnsiJGlkIjoiMTU2OSIsIkZvcm1hdCI6MCwiSXNWaXNpYmxlIjpmYWxzZSwiTGFzdEtub3duVmlzaWJpbGl0eVN0YXRlIjpmYWxzZX0sIklzVmlzaWJsZSI6dHJ1ZSwiUGFyZW50U3R5bGUiOm51bGx9LCJJbmRleCI6MjYsIlBlcmNlbnRhZ2VDb21wbGV0ZSI6bnVsbCwiUG9zaXRpb24iOnsiUmF0aW8iOjAuMCwiSXNDdXN0b20iOmZhbHNlfSwiRGF0ZUZvcm1hdCI6eyIkcmVmIjoiMTU2NyJ9LCJXZWVrTnVtYmVyaW5nIjp7IiRpZCI6IjE1NzAiLCJGb3JtYXQiOjAsIklzVmlzaWJsZSI6ZmFsc2UsIkxhc3RLbm93blZpc2liaWxpdHlTdGF0ZSI6ZmFsc2V9LCJSZWxhdGVkVGFza0lkIjoiZGI4NDFiMmQtYzBiNS00MzRlLTgzMDAtOGNkNGQ0ZTU0MGJjIiwiSWQiOiJjZGVjMDQ5MC0zOWQwLTQ4MzgtYmExMy1hNjE3ZmM5Y2RlY2QiLCJJbXBvcnRJZCI6bnVsbCwiVGl0bGUiOiJTdGFnaW5nIiwiTm90ZSI6bnVsbCwiSHlwZXJsaW5rIjp7IiRpZCI6IjE1NzEiLCJBZGRyZXNzIjoiIiwiU3ViQWRkcmVzcyI6IiJ9LCJJc0NoYW5nZWQiOmZhbHNlLCJJc05ldyI6ZmFsc2V9LHsiJGlkIjoiMTU3MiIsIkRhdGUiOiIyMDIyLTEyLTIwVDIzOjU5OjAwIiwiU3R5bGUiOnsiJGlkIjoiMTU3MyIsIlNoYXBlIjoxNCwiQ29ubmVjdG9yTWFyZ2luIjp7IiRpZCI6IjE1NzQiLCJUb3AiOjAuMCwiTGVmdCI6Mi4wLCJSaWdodCI6Mi4wLCJCb3R0b20iOjAuMH0sIkNvbm5lY3RvclN0eWxlIjp7IiRpZCI6IjE1NzUiLCJMaW5lQ29sb3IiOnsiJGlkIjoiMTU3NiIsIiR0eXBlIjoiTkxSRS5Db21tb24uRG9tLlNvbGlkQ29sb3JCcnVzaCwgTkxSRS5Db21tb24iLCJDb2xvciI6eyIkaWQiOiIxNTc3IiwiQSI6MTI3LCJSIjo1NiwiRyI6ODcsIkIiOjM1fX0sIkxpbmVXZWlnaHQiOjEuMCwiTGluZVR5cGUiOjAsIlBhcmVudFN0eWxlIjpudWxsfSwiSXNCZWxvd1RpbWViYW5kIjp0cnVlLCJQb3NpdGlvbk9uVGFzayI6MywiSGlkZURhdGUiOmZhbHNlLCJTaGFwZVNpemUiOjEsIlNwYWNpbmciOjEuMCwiUGFkZGluZyI6eyIkaWQiOiIxNTc4IiwiVG9wIjo3LjAsIkxlZnQiOjMuMCwiUmlnaHQiOjAuMCwiQm90dG9tIjoyLjB9LCJTaGFwZVN0eWxlIjp7IiRpZCI6IjE1NzkiLCJNYXJnaW4iOnsiJGlkIjoiMTU4MCIsIlRvcCI6MC4wLCJMZWZ0IjowLjAsIlJpZ2h0IjowLjAsIkJvdHRvbSI6MC4wfSwiUGFkZGluZyI6eyIkaWQiOiIxNTgxIiwiVG9wIjowLjAsIkxlZnQiOjAuMCwiUmlnaHQiOjAuMCwiQm90dG9tIjowLjB9LCJCYWNrZ3JvdW5kIjp7IiRpZCI6IjE1ODIiLCJDb2xvciI6eyIkaWQiOiIxNTgzIiwiQSI6MjU1LCJSIjo1NiwiRyI6ODcsIkIiOjM1fX0sIklzVmlzaWJsZSI6dHJ1ZSwiV2lkdGgiOjE4LjAsIkhlaWdodCI6MjAuMCwiQm9yZGVyU3R5bGUiOnsiJGlkIjoiMTU4NCIsIkxpbmVDb2xvciI6bnVsbCwiTGluZVdlaWdodCI6MC4wLCJMaW5lVHlwZSI6MCwiUGFyZW50U3R5bGUiOm51bGx9LCJQYXJlbnRTdHlsZSI6bnVsbH0sIlRpdGxlU3R5bGUiOnsiJGlkIjoiMTU4NSIsIkZvbnRTZXR0aW5ncyI6eyIkaWQiOiIxNTg2IiwiRm9udFNpemUiOjExLCJGb250TmFtZSI6IkNhbGlicmkiLCJJc0JvbGQiOnRydWUsIklzSXRhbGljIjpmYWxzZSwiSXNVbmRlcmxpbmVkIjpmYWxzZSwiUGFyZW50U3R5bGUiOm51bGx9LCJBdXRvU2l6ZSI6MCwiRm9yZWdyb3VuZCI6eyIkaWQiOiIxNTg3IiwiQ29sb3IiOnsiJGlkIjoiMTU4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Tg5IiwiVG9wIjowLjAsIkxlZnQiOjAuMCwiUmlnaHQiOjAuMCwiQm90dG9tIjowLjB9LCJQYWRkaW5nIjp7IiRpZCI6IjE1OTAiLCJUb3AiOjAuMCwiTGVmdCI6MC4wLCJSaWdodCI6MC4wLCJCb3R0b20iOjAuMH0sIkJhY2tncm91bmQiOnsiJGlkIjoiMTU5MSIsIkNvbG9yIjp7IiRpZCI6IjE1OTIiLCJBIjowLCJSIjoyNTUsIkciOjI1NSwiQiI6MjU1fX0sIklzVmlzaWJsZSI6dHJ1ZSwiV2lkdGgiOjAuMCwiSGVpZ2h0IjowLjAsIkJvcmRlclN0eWxlIjp7IiRpZCI6IjE1OTMiLCJMaW5lQ29sb3IiOm51bGwsIkxpbmVXZWlnaHQiOjAuMCwiTGluZVR5cGUiOjAsIlBhcmVudFN0eWxlIjpudWxsfSwiUGFyZW50U3R5bGUiOm51bGx9LCJEYXRlU3R5bGUiOnsiJGlkIjoiMTU5NCIsIkZvbnRTZXR0aW5ncyI6eyIkaWQiOiIxNTk1IiwiRm9udFNpemUiOjEwLCJGb250TmFtZSI6IkNhbGlicmkiLCJJc0JvbGQiOmZhbHNlLCJJc0l0YWxpYyI6ZmFsc2UsIklzVW5kZXJsaW5lZCI6ZmFsc2UsIlBhcmVudFN0eWxlIjpudWxsfSwiQXV0b1NpemUiOjAsIkZvcmVncm91bmQiOnsiJGlkIjoiMTU5NiIsIkNvbG9yIjp7IiRpZCI6IjE1O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1OTgiLCJUb3AiOjAuMCwiTGVmdCI6MC4wLCJSaWdodCI6MC4wLCJCb3R0b20iOjAuMH0sIlBhZGRpbmciOnsiJGlkIjoiMTU5OSIsIlRvcCI6MC4wLCJMZWZ0IjowLjAsIlJpZ2h0IjowLjAsIkJvdHRvbSI6MC4wfSwiQmFja2dyb3VuZCI6eyIkaWQiOiIxNjAwIiwiQ29sb3IiOnsiJGlkIjoiMTYwMSIsIkEiOjAsIlIiOjI1NSwiRyI6MjU1LCJCIjoyNTV9fSwiSXNWaXNpYmxlIjp0cnVlLCJXaWR0aCI6MC4wLCJIZWlnaHQiOjAuMCwiQm9yZGVyU3R5bGUiOnsiJGlkIjoiMTYwMiIsIkxpbmVDb2xvciI6bnVsbCwiTGluZVdlaWdodCI6MC4wLCJMaW5lVHlwZSI6MCwiUGFyZW50U3R5bGUiOm51bGx9LCJQYXJlbnRTdHlsZSI6bnVsbH0sIkRhdGVGb3JtYXQiOnsiJGlkIjoiMTYwMy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E2MDQiLCJEYXRlUGFydElzVmlzaWJsZSI6dHJ1ZSwiVGltZVBhcnRJc1Zpc2libGUiOmZhbHNlfX0sIldlZWtOdW1iZXJpbmciOnsiJGlkIjoiMTYwNSIsIkZvcm1hdCI6MCwiSXNWaXNpYmxlIjpmYWxzZSwiTGFzdEtub3duVmlzaWJpbGl0eVN0YXRlIjpmYWxzZX0sIklzVmlzaWJsZSI6dHJ1ZSwiUGFyZW50U3R5bGUiOm51bGx9LCJJbmRleCI6MjcsIlBlcmNlbnRhZ2VDb21wbGV0ZSI6bnVsbCwiUG9zaXRpb24iOnsiUmF0aW8iOjAuMCwiSXNDdXN0b20iOmZhbHNlfSwiRGF0ZUZvcm1hdCI6eyIkcmVmIjoiMTYwMyJ9LCJXZWVrTnVtYmVyaW5nIjp7IiRpZCI6IjE2MDYiLCJGb3JtYXQiOjAsIklzVmlzaWJsZSI6ZmFsc2UsIkxhc3RLbm93blZpc2liaWxpdHlTdGF0ZSI6ZmFsc2V9LCJSZWxhdGVkVGFza0lkIjoiZGI4NDFiMmQtYzBiNS00MzRlLTgzMDAtOGNkNGQ0ZTU0MGJjIiwiSWQiOiJlZjU5NGRlMy1iZjA5LTRmMWMtYjkzZi05ZTdkMTJlZTQ2OWIiLCJJbXBvcnRJZCI6bnVsbCwiVGl0bGUiOiJHbyBMaXZlISIsIk5vdGUiOm51bGwsIkh5cGVybGluayI6eyIkaWQiOiIxNjA3IiwiQWRkcmVzcyI6IiIsIlN1YkFkZHJlc3MiOiIifSwiSXNDaGFuZ2VkIjpmYWxzZSwiSXNOZXciOmZhbHNlfV0sIlRhc2tEZWZpbml0aW9uIjp7IiRpZCI6IjE2MDgiLCJHcm91cE5hbWUiOm51bGwsIlN0YXJ0RGF0ZSI6IjIwMjItMTAtMjFUMDE6NTU6MDBaIiwiRW5kRGF0ZSI6IjIwMjItMTItMjVUMDM6NDQ6MDBaIiwiUGVyY2VudGFnZUNvbXBsZXRlIjpudWxsLCJTdHlsZSI6eyIkaWQiOiIxNjA5IiwiU2hhcGUiOjc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YxNCIsIlRvcCI6MC4wLCJMZWZ0IjowLjAsIlJpZ2h0IjowLjAsIkJvdHRvbSI6MC4wfSwiUGFkZGluZyI6eyIkaWQiOiIxNjE1IiwiVG9wIjowLjAsIkxlZnQiOjAuMCwiUmlnaHQiOjAuMCwiQm90dG9tIjowLjB9LCJCYWNrZ3JvdW5kIjp7IiRpZCI6IjE2MTYiLCJDb2xvciI6eyIkaWQiOiIxNjE3IiwiQSI6ODksIlIiOjAsIkciOjAsIkIiOjB9fSwiSXNWaXNpYmxlIjp0cnVlLCJXaWR0aCI6MC4wLCJIZWlnaHQiOjAuMCwiQm9yZGVyU3R5bGUiOnsiJGlkIjoiMTYxOCIsIkxpbmVDb2xvciI6bnVsbCwiTGluZVdlaWdodCI6MC4wLCJMaW5lVHlwZSI6MCwiUGFyZW50U3R5bGUiOm51bGx9LCJQYXJlbnRTdHlsZSI6bnVsbH0sIkR1cmF0aW9uU3R5bGUiOnsiJGlkIjoiMTYxOSIsIkZvbnRTZXR0aW5ncyI6eyIkaWQiOiIxNjIwIiwiRm9udFNpemUiOjEwLCJGb250TmFtZSI6IkNhbGlicmkiLCJJc0JvbGQiOmZhbHNlLCJJc0l0YWxpYyI6ZmFsc2UsIklzVW5kZXJsaW5lZCI6ZmFsc2UsIlBhcmVudFN0eWxlIjpudWxsfSwiQXV0b1NpemUiOjAsIkZvcmVncm91bmQiOnsiJGlkIjoiMTYyMSIsIkNvbG9yIjp7IiRpZCI6IjE2Mj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yZWYiOiIxNjE3In19LCJJc1Zpc2libGUiOnRydWUsIldpZHRoIjowLjAsIkhlaWdodCI6MC4wLCJCb3JkZXJTdHlsZSI6eyIkaWQiOiIxNjI2IiwiTGluZUNvbG9yIjpudWxsLCJMaW5lV2VpZ2h0IjowLjAsIkxpbmVUeXBlIjowLCJQYXJlbnRTdHlsZSI6bnVsbH0sIlBhcmVudFN0eWxlIjpudWxsfSwiSG9yaXpvbnRhbENvbm5lY3RvclN0eWxlIjp7IiRpZCI6IjE2MjciLCJMaW5lQ29sb3IiOnsiJGlkIjoiMTYyOCIsIiR0eXBlIjoiTkxSRS5Db21tb24uRG9tLlNvbGlkQ29sb3JCcnVzaCwgTkxSRS5Db21tb24iLCJDb2xvciI6eyIkaWQiOiIxNjI5IiwiQSI6MjU1LCJSIjoyMDQsIkciOjIwNCwiQiI6MjA0fX0sIkxpbmVXZWlnaHQiOjEuMCwiTGluZVR5cGUiOjAsIlBhcmVudFN0eWxlIjpudWxsfSwiVmVydGljYWxDb25uZWN0b3JTdHlsZSI6eyIkaWQiOiIxNjMwIiwiTGluZUNvbG9yIjp7IiRpZCI6IjE2MzEiLCIkdHlwZSI6Ik5MUkUuQ29tbW9uLkRvbS5Tb2xpZENvbG9yQnJ1c2gsIE5MUkUuQ29tbW9uIiwiQ29sb3IiOnsiJGlkIjoiMTYzMiIsIkEiOjI1NSwiUiI6MjA0LCJHIjoyMDQsIkIiOjIwNH19LCJMaW5lV2VpZ2h0IjowLjAsIkxpbmVUeXBlIjowLCJQYXJlbnRTdHlsZSI6bnVsbH0sIk1hcmdpbiI6bnVsbCwiU3RhcnREYXRlUG9zaXRpb24iOjYsIkVuZERhdGVQb3NpdGlvbiI6NiwiRGF0ZUlzVmlzaWJsZSI6ZmFsc2UsIlRpdGxlUG9zaXRpb24iOjEsIkR1cmF0aW9uUG9zaXRpb24iOjYsIlBlcmNlbnRhZ2VDb21wbGV0ZWRQb3NpdGlvbiI6NiwiU3BhY2luZyI6MywiSXNCZWxvd1RpbWViYW5kIjp0cnVlLCJQZXJjZW50YWdlQ29tcGxldGVTaGFwZU9wYWNpdHkiOjM1LCJTaGFwZVN0eWxlIjp7IiRpZCI6IjE2MzMiLCJNYXJnaW4iOnsiJGlkIjoiMTYzNCIsIlRvcCI6MC4wLCJMZWZ0Ijo0LjAsIlJpZ2h0Ijo0LjAsIkJvdHRvbSI6MC4wfSwiUGFkZGluZyI6eyIkaWQiOiIxNjM1IiwiVG9wIjowLjAsIkxlZnQiOjAuMCwiUmlnaHQiOjAuMCwiQm90dG9tIjowLjB9LCJCYWNrZ3JvdW5kIjp7IiRpZCI6IjE2MzYiLCJDb2xvciI6eyIkaWQiOiIxNjM3IiwiQSI6MjU1LCJSIjoxMTIsIkciOjE3MywiQiI6NzF9fSwiSXNWaXNpYmxlIjp0cnVlLCJXaWR0aCI6MC4wLCJIZWlnaHQiOjEwLjAsIkJvcmRlclN0eWxlIjp7IiRpZCI6IjE2MzgiLCJMaW5lQ29sb3IiOnsiJGlkIjoiMTYzOSIsIiR0eXBlIjoiTkxSRS5Db21tb24uRG9tLlNvbGlkQ29sb3JCcnVzaCwgTkxSRS5Db21tb24iLCJDb2xvciI6eyIkaWQiOiIxNjQwIiwiQSI6MjU1LCJSIjoyNTUsIkciOjAsIkIiOjB9fSwiTGluZVdlaWdodCI6MC4wLCJMaW5lVHlwZSI6MCwiUGFyZW50U3R5bGUiOm51bGx9LCJQYXJlbnRTdHlsZSI6bnVsbH0sIlRpdGxlU3R5bGUiOnsiJGlkIjoiMTY0MSIsIkZvbnRTZXR0aW5ncyI6eyIkaWQiOiIxNjQyIiwiRm9udFNpemUiOjExLCJGb250TmFtZSI6IkNhbGlicmkiLCJJc0JvbGQiOnRydWUsIklzSXRhbGljIjpmYWxzZSwiSXNVbmRlcmxpbmVkIjpmYWxzZSwiUGFyZW50U3R5bGUiOm51bGx9LCJBdXRvU2l6ZSI6MiwiRm9yZWdyb3VuZCI6eyIkaWQiOiIxNjQzIiwiQ29sb3IiOnsiJGlkIjoiMTY0NCIsIkEiOjI1NSwiUiI6MCwiRyI6MCwiQiI6MH19LCJNYXhXaWR0aCI6NzAuNzcwMDAwMDAwMDAwMDEsIk1heEhlaWdodCI6IkluZmluaXR5IiwiU21hcnRGb3JlZ3JvdW5kSXNBY3RpdmUiOmZhbHNlLCJIb3Jpem9udGFsQWxpZ25tZW50IjowLCJWZXJ0aWNhbEFsaWdubWVudCI6MCwiU21hcnRGb3JlZ3JvdW5kIjpudWxsLCJCYWNrZ3JvdW5kRmlsbFR5cGUiOjAsIk1hcmdpbiI6eyIkaWQiOiIxNjQ1IiwiVG9wIjowLjAsIkxlZnQiOjAuMCwiUmlnaHQiOjAuMCwiQm90dG9tIjowLjB9LCJQYWRkaW5nIjp7IiRpZCI6IjE2NDYiLCJUb3AiOjAuMCwiTGVmdCI6MC4wLCJSaWdodCI6MC4wLCJCb3R0b20iOjAuMH0sIkJhY2tncm91bmQiOnsiJGlkIjoiMTY0NyIsIkNvbG9yIjp7IiRpZCI6IjE2NDgiLCJBIjowLCJSIjoyNTUsIkciOjI1NSwiQiI6MjU1fX0sIklzVmlzaWJsZSI6dHJ1ZSwiV2lkdGgiOjAuMCwiSGVpZ2h0IjowLjAsIkJvcmRlclN0eWxlIjp7IiRpZCI6IjE2NDkiLCJMaW5lQ29sb3IiOm51bGwsIkxpbmVXZWlnaHQiOjAuMCwiTGluZVR5cGUiOjAsIlBhcmVudFN0eWxlIjpudWxsfSwiUGFyZW50U3R5bGUiOm51bGx9LCJEYXRlU3R5bGUiOnsiJGlkIjoiMTY1MCIsIkZvbnRTZXR0aW5ncyI6eyIkaWQiOiIxNjUxIiwiRm9udFNpemUiOjEwLCJGb250TmFtZSI6IkNhbGlicmkiLCJJc0JvbGQiOmZhbHNlLCJJc0l0YWxpYyI6ZmFsc2UsIklzVW5kZXJsaW5lZCI6ZmFsc2UsIlBhcmVudFN0eWxlIjpudWxsfSwiQXV0b1NpemUiOjAsIkZvcmVncm91bmQiOnsiJGlkIjoiMTY1MiIsIkNvbG9yIjp7IiRpZCI6IjE2NT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2NTQiLCJUb3AiOjAuMCwiTGVmdCI6MC4wLCJSaWdodCI6MC4wLCJCb3R0b20iOjAuMH0sIlBhZGRpbmciOnsiJGlkIjoiMTY1NSIsIlRvcCI6MC4wLCJMZWZ0IjowLjAsIlJpZ2h0IjowLjAsIkJvdHRvbSI6MC4wfSwiQmFja2dyb3VuZCI6eyIkaWQiOiIxNjU2IiwiQ29sb3IiOnsiJHJlZiI6IjE2MTcifX0sIklzVmlzaWJsZSI6dHJ1ZSwiV2lkdGgiOjAuMCwiSGVpZ2h0IjowLjAsIkJvcmRlclN0eWxlIjp7IiRpZCI6IjE2NTciLCJMaW5lQ29sb3IiOm51bGwsIkxpbmVXZWlnaHQiOjAuMCwiTGluZVR5cGUiOjAsIlBhcmVudFN0eWxlIjpudWxsfSwiUGFyZW50U3R5bGUiOm51bGx9LCJEYXRlRm9ybWF0Ijp7IiRpZCI6IjE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1OSIsIkZvcm1hdCI6MCwiSXNWaXNpYmxlIjpmYWxzZSwiTGFzdEtub3duVmlzaWJpbGl0eVN0YXRlIjpmYWxzZX0sIklzVmlzaWJsZSI6dHJ1ZSwiUGFyZW50U3R5bGUiOm51bGx9LCJJbmRleCI6MjUsIlNtYXJ0RHVyYXRpb25BY3RpdmF0ZWQiOmZhbHNlLCJEYXRlRm9ybWF0Ijp7IiRyZWYiOiIxNjU4In0sIldlZWtOdW1iZXJpbmciOnsiJGlkIjoiMTY2MCIsIkZvcm1hdCI6MCwiSXNWaXNpYmxlIjpmYWxzZSwiTGFzdEtub3duVmlzaWJpbGl0eVN0YXRlIjpmYWxzZX0sIklkIjoiZGI4NDFiMmQtYzBiNS00MzRlLTgzMDAtOGNkNGQ0ZTU0MGJjIiwiSW1wb3J0SWQiOm51bGwsIlRpdGxlIjoiUmVsZWFzZSB0byBXZWIiLCJOb3RlIjpudWxsLCJIeXBlcmxpbmsiOnsiJGlkIjoiMTY2MSIsIkFkZHJlc3MiOiIiLCJTdWJBZGRyZXNzIjoiIn0sIklzQ2hhbmdlZCI6ZmFsc2UsIklzTmV3IjpmYWxzZX19XSwiX21pbGVzdG9uZXMiOltdLCJJZCI6IjJkZDgwNTc2LWUzZDMtNGZiZC1hZjRkLTVlZmNiYjIxNDMyMSIsIklzU2luZ2xlSXRlbVJvdyI6ZmFsc2V9XSwiSW5kZXgiOjAsIklkIjoiZjU4ZGQ2NjUtZWVlOS00MTg4LWFjZmQtZTBkM2M4MmQ3MWE5IiwiSGVhZGVyVGV4dCI6IiIsIklzRGVmYXVsdCI6dHJ1ZSwiU3R5bGUiOnsiJGlkIjoiMTY2MiIsIkhlYWRlclN0eWxlIjp7IiRpZCI6IjE2NjMiLCJUZXh0U3R5bGUiOnsiJGlkIjoiMTY2NCIsIkZvbnRTZXR0aW5ncyI6eyIkaWQiOiIxNjY1IiwiRm9udFNpemUiOjExLCJGb250TmFtZSI6IkNhbGlicmkiLCJJc0JvbGQiOmZhbHNlLCJJc0l0YWxpYyI6ZmFsc2UsIklzVW5kZXJsaW5lZCI6ZmFsc2UsIlBhcmVudFN0eWxlIjpudWxsfSwiQXV0b1NpemUiOjIsIkZvcmVncm91bmQiOnsiJGlkIjoiMTY2NiIsIkNvbG9yIjp7IiRpZCI6IjE2NjciLCJBIjoyNTUsIlIiOjAsIkciOjAsIkIiOjB9fSwiTWF4V2lkdGgiOjAuMCwiTWF4SGVpZ2h0IjoiSW5maW5pdHkiLCJTbWFydEZvcmVncm91bmRJc0FjdGl2ZSI6ZmFsc2UsIkhvcml6b250YWxBbGlnbm1lbnQiOjAsIlZlcnRpY2FsQWxpZ25tZW50IjowLCJTbWFydEZvcmVncm91bmQiOm51bGwsIkJhY2tncm91bmRGaWxsVHlwZSI6MCwiTWFyZ2luIjp7IiRpZCI6IjE2NjgiLCJUb3AiOjAuMCwiTGVmdCI6MC4wLCJSaWdodCI6MC4wLCJCb3R0b20iOjAuMH0sIlBhZGRpbmciOnsiJGlkIjoiMTY2OSIsIlRvcCI6MC4wLCJMZWZ0IjowLjAsIlJpZ2h0IjowLjAsIkJvdHRvbSI6MC4wfSwiQmFja2dyb3VuZCI6bnVsbCwiSXNWaXNpYmxlIjp0cnVlLCJXaWR0aCI6MC4wLCJIZWlnaHQiOjAuMCwiQm9yZGVyU3R5bGUiOm51bGwsIlBhcmVudFN0eWxlIjpudWxsfSwiUmVjdGFuZ2xlU3R5bGUiOnsiJGlkIjoiMTY3MCIsIk1hcmdpbiI6eyIkaWQiOiIxNjcxIiwiVG9wIjowLjAsIkxlZnQiOjAuMCwiUmlnaHQiOjAuMCwiQm90dG9tIjowLjB9LCJQYWRkaW5nIjp7IiRpZCI6IjE2NzIiLCJUb3AiOjAuMCwiTGVmdCI6MC4wLCJSaWdodCI6MC4wLCJCb3R0b20iOjAuMH0sIkJhY2tncm91bmQiOnsiJGlkIjoiMTY3MyIsIkNvbG9yIjp7IiRpZCI6IjE2NzQiLCJBIjo2MywiUiI6MTEyLCJHIjoxNzMsIkIiOjcxfX0sIklzVmlzaWJsZSI6dHJ1ZSwiV2lkdGgiOjAuMCwiSGVpZ2h0IjowLjAsIkJvcmRlclN0eWxlIjp7IiRpZCI6IjE2NzUiLCJMaW5lQ29sb3IiOnsiJGlkIjoiMTY3NiIsIiR0eXBlIjoiTkxSRS5Db21tb24uRG9tLlNvbGlkQ29sb3JCcnVzaCwgTkxSRS5Db21tb24iLCJDb2xvciI6eyIkaWQiOiIxNjc3IiwiQSI6MjU1LCJSIjoyNTUsIkciOjAsIkIiOjB9fSwiTGluZVdlaWdodCI6MC4wLCJMaW5lVHlwZSI6MCwiUGFyZW50U3R5bGUiOm51bGx9LCJQYXJlbnRTdHlsZSI6bnVsbH0sIk1hcmdpbiI6eyIkaWQiOiIxNjc4IiwiVG9wIjowLjAsIkxlZnQiOjAuMCwiUmlnaHQiOjAuMCwiQm90dG9tIjowLjB9LCJQYWRkaW5nIjp7IiRpZCI6IjE2NzkiLCJUb3AiOjAuMCwiTGVmdCI6MC4wLCJSaWdodCI6MC4wLCJCb3R0b20iOjAuMH0sIkJhY2tncm91bmQiOm51bGwsIklzVmlzaWJsZSI6dHJ1ZSwiV2lkdGgiOjAuMCwiSGVpZ2h0IjowLjAsIkJvcmRlclN0eWxlIjpudWxsLCJQYXJlbnRTdHlsZSI6bnVsbH0sIkJhY2tncm91bmRTdHlsZSI6eyIkaWQiOiIxNjgwIiwiTWFyZ2luIjp7IiRpZCI6IjE2ODEiLCJUb3AiOjAuMCwiTGVmdCI6MC4wLCJSaWdodCI6MC4wLCJCb3R0b20iOjAuMH0sIlBhZGRpbmciOnsiJGlkIjoiMTY4MiIsIlRvcCI6MC4wLCJMZWZ0IjowLjAsIlJpZ2h0IjowLjAsIkJvdHRvbSI6MC4wfSwiQmFja2dyb3VuZCI6eyIkaWQiOiIxNjgzIiwiQ29sb3IiOnsiJGlkIjoiMTY4NCIsIkEiOjM4LCJSIjoxMTIsIkciOjE3MywiQiI6NzF9fSwiSXNWaXNpYmxlIjp0cnVlLCJXaWR0aCI6MC4wLCJIZWlnaHQiOjAuMCwiQm9yZGVyU3R5bGUiOnsiJGlkIjoiMTY4NSIsIkxpbmVDb2xvciI6eyIkaWQiOiIxNjg2IiwiJHR5cGUiOiJOTFJFLkNvbW1vbi5Eb20uU29saWRDb2xvckJydXNoLCBOTFJFLkNvbW1vbiIsIkNvbG9yIjp7IiRpZCI6IjE2ODciLCJBIjoyNTUsIlIiOjIzNCwiRyI6MjIsIkIiOjMwfX0sIkxpbmVXZWlnaHQiOjAuMCwiTGluZVR5cGUiOjAsIlBhcmVudFN0eWxlIjpudWxsfSwiUGFyZW50U3R5bGUiOm51bGx9LCJNYXJnaW4iOnsiJGlkIjoiMTY4OCIsIlRvcCI6MC4wLCJMZWZ0IjowLjAsIlJpZ2h0IjowLjAsIkJvdHRvbSI6MC4wfSwiUGFkZGluZyI6eyIkaWQiOiIxNjg5IiwiVG9wIjowLjAsIkxlZnQiOjAuMCwiUmlnaHQiOjAuMCwiQm90dG9tIjowLjB9LCJJc1Zpc2libGUiOnRydWUsIldpZHRoIjowLjAsIkhlaWdodCI6MC4wLCJCb3JkZXJTdHlsZSI6eyIkaWQiOiIxNjkwIiwiTGluZUNvbG9yIjpudWxsLCJMaW5lV2VpZ2h0IjowLjAsIkxpbmVUeXBlIjowLCJQYXJlbnRTdHlsZSI6bnVsbH0sIlBhcmVudFN0eWxlIjpudWxsfX1dLCJJZCI6ImZmZWUxZTc5LWI4NTktNDNhMi04YzM5LTQ1NGVhODgwZmRhOCIsIkluZGV4IjoyLCJIZWFkZXJUZXh0IjoiU2VydmljZSBEZXZlbG9wbWVudCIsIlN0eWxlIjp7IiRpZCI6IjE2OTEiLCJTdHlsZUlkIjoiMDAwMDAwMDAtMDAwMC0wMDAwLTAwMDAtMDAwMDAwMDAwMDAwIiwiSGVhZGVyU3R5bGUiOnsiJGlkIjoiMTY5MiIsIlRleHRJc1ZlcnRpY2FsIjpmYWxzZSwiVGV4dFN0eWxlIjp7IiRpZCI6IjE2OTMiLCJGb250U2V0dGluZ3MiOnsiJGlkIjoiMTY5NCIsIkZvbnRTaXplIjoxMiwiRm9udE5hbWUiOiJDYWxpYnJpIiwiSXNCb2xkIjp0cnVlLCJJc0l0YWxpYyI6ZmFsc2UsIklzVW5kZXJsaW5lZCI6ZmFsc2UsIlBhcmVudFN0eWxlIjpudWxsfSwiQXV0b1NpemUiOjIsIkZvcmVncm91bmQiOnsiJGlkIjoiMTY5NSIsIkNvbG9yIjp7IiRpZCI6IjE2OTYiLCJBIjoyNTUsIlIiOjI1NSwiRyI6MjU1LCJCIjoyNTV9fSwiTWF4V2lkdGgiOjg2Ljg4MDAwMDAwMDAwMDAxLCJNYXhIZWlnaHQiOiJJbmZpbml0eSIsIlNtYXJ0Rm9yZWdyb3VuZElzQWN0aXZlIjpmYWxzZSwiSG9yaXpvbnRhbEFsaWdubWVudCI6MCwiVmVydGljYWxBbGlnbm1lbnQiOjAsIlNtYXJ0Rm9yZWdyb3VuZCI6bnVsbCwiQmFja2dyb3VuZEZpbGxUeXBlIjowLCJNYXJnaW4iOnsiJGlkIjoiMTY5NyIsIlRvcCI6MC4wLCJMZWZ0IjowLjAsIlJpZ2h0IjowLjAsIkJvdHRvbSI6MC4wfSwiUGFkZGluZyI6eyIkaWQiOiIxNjk4IiwiVG9wIjowLjAsIkxlZnQiOjAuMCwiUmlnaHQiOjAuMCwiQm90dG9tIjowLjB9LCJCYWNrZ3JvdW5kIjpudWxsLCJJc1Zpc2libGUiOmZhbHNlLCJXaWR0aCI6MC4wLCJIZWlnaHQiOjAuMCwiQm9yZGVyU3R5bGUiOm51bGwsIlBhcmVudFN0eWxlIjpudWxsfSwiUmVjdGFuZ2xlU3R5bGUiOnsiJGlkIjoiMTY5OSIsIk1hcmdpbiI6eyIkaWQiOiIxNzAwIiwiVG9wIjowLjAsIkxlZnQiOjAuMCwiUmlnaHQiOjAuMCwiQm90dG9tIjowLjB9LCJQYWRkaW5nIjp7IiRpZCI6IjE3MDEiLCJUb3AiOjAuMCwiTGVmdCI6MC4wLCJSaWdodCI6MC4wLCJCb3R0b20iOjAuMH0sIkJhY2tncm91bmQiOnsiJGlkIjoiMTcwMiIsIkNvbG9yIjp7IiRpZCI6IjE3MDMiLCJBIjoyNTUsIlIiOjExMiwiRyI6MTczLCJCIjo3MX19LCJJc1Zpc2libGUiOnRydWUsIldpZHRoIjowLjAsIkhlaWdodCI6MC4wLCJCb3JkZXJTdHlsZSI6eyIkaWQiOiIxNzA0IiwiTGluZUNvbG9yIjp7IiRpZCI6IjE3MDUiLCIkdHlwZSI6Ik5MUkUuQ29tbW9uLkRvbS5Tb2xpZENvbG9yQnJ1c2gsIE5MUkUuQ29tbW9uIiwiQ29sb3IiOnsiJGlkIjoiMTcwNiIsIkEiOjI1NSwiUiI6NTUsIkciOjU1LCJCIjo1NX19LCJMaW5lV2VpZ2h0IjowLjAsIkxpbmVUeXBlIjowLCJQYXJlbnRTdHlsZSI6bnVsbH0sIlBhcmVudFN0eWxlIjpudWxsfSwiTWFyZ2luIjp7IiRpZCI6IjE3MDciLCJUb3AiOjAuMCwiTGVmdCI6MC4wLCJSaWdodCI6MC4wLCJCb3R0b20iOjAuMH0sIlBhZGRpbmciOnsiJGlkIjoiMTcwOCIsIlRvcCI6MC4wLCJMZWZ0IjowLjAsIlJpZ2h0IjowLjAsIkJvdHRvbSI6MC4wfSwiQmFja2dyb3VuZCI6bnVsbCwiSXNWaXNpYmxlIjp0cnVlLCJXaWR0aCI6MC4wLCJIZWlnaHQiOjAuMCwiQm9yZGVyU3R5bGUiOm51bGwsIlBhcmVudFN0eWxlIjpudWxsfSwiQmFja2dyb3VuZFN0eWxlIjp7IiRpZCI6IjE3MDkiLCJNYXJnaW4iOnsiJGlkIjoiMTcxMCIsIlRvcCI6MC4wLCJMZWZ0IjowLjAsIlJpZ2h0IjowLjAsIkJvdHRvbSI6MC4wfSwiUGFkZGluZyI6eyIkaWQiOiIxNzExIiwiVG9wIjowLjAsIkxlZnQiOjAuMCwiUmlnaHQiOjAuMCwiQm90dG9tIjowLjB9LCJCYWNrZ3JvdW5kIjp7IiRpZCI6IjE3MTIiLCJDb2xvciI6eyIkaWQiOiIxNzEzIiwiQSI6MzgsIlIiOjExMiwiRyI6MTczLCJCIjo3MX19LCJJc1Zpc2libGUiOnRydWUsIldpZHRoIjowLjAsIkhlaWdodCI6MC4wLCJCb3JkZXJTdHlsZSI6eyIkaWQiOiIxNzE0IiwiTGluZUNvbG9yIjp7IiRpZCI6IjE3MTUiLCIkdHlwZSI6Ik5MUkUuQ29tbW9uLkRvbS5Tb2xpZENvbG9yQnJ1c2gsIE5MUkUuQ29tbW9uIiwiQ29sb3IiOnsiJGlkIjoiMTcxNiIsIkEiOjI1NSwiUiI6NTUsIkciOjU1LCJCIjo1NX19LCJMaW5lV2VpZ2h0IjowLjAsIkxpbmVUeXBlIjowLCJQYXJlbnRTdHlsZSI6bnVsbH0sIlBhcmVudFN0eWxlIjpudWxsfSwiSXNBYm92ZVRpbWViYW5kIjpmYWxzZSwiU3BhY2luZyI6NSwiRGVmYXVsdFN3aW1sYW5lVGFza1N0eWxlIjp7IiRpZCI6IjE3MTciLCIkdHlwZSI6Ik5MUkUuQ29tbW9uLkRvbS5TdHlsZXMuRXhwbGljaXRTZXRhYmxlVGFza1N0eWxlLCBOTFJFLkNvbW1vbiIsIlNoYXBlIjo3LCJTaGFwZVRoaWNrbmVzcyI6MCwiRHVyYXRpb25Gb3JtYXQiOjUsIkluY2x1ZGVOb25Xb3JraW5nRGF5c0luRHVyYXRpb24iOmZhbHNlLCJQZXJjZW50YWdlQ29tcGxldGVTdHlsZSI6eyIkaWQiOiIxNzE4IiwiRm9udFNldHRpbmdzIjp7IiRpZCI6IjE3MTkiLCJGb250U2l6ZSI6MTAsIkZvbnROYW1lIjoiQ2FsaWJyaSIsIklzQm9sZCI6dHJ1ZSwiSXNJdGFsaWMiOmZhbHNlLCJJc1VuZGVybGluZWQiOmZhbHNlLCJQYXJlbnRTdHlsZSI6bnVsbH0sIkF1dG9TaXplIjowLCJGb3JlZ3JvdW5kIjp7IiRpZCI6IjE3MjAiLCJDb2xvciI6eyIkaWQiOiIxNzIxIiwiQSI6MjU1LCJSIjo1NiwiRyI6ODcsIkIiOjM1fX0sIk1heFdpZHRoIjoyMDAuMCwiTWF4SGVpZ2h0IjoiSW5maW5pdHkiLCJTbWFydEZvcmVncm91bmRJc0FjdGl2ZSI6ZmFsc2UsIkhvcml6b250YWxBbGlnbm1lbnQiOjIsIlZlcnRpY2FsQWxpZ25tZW50IjowLCJTbWFydEZvcmVncm91bmQiOm51bGwsIkJhY2tncm91bmRGaWxsVHlwZSI6MCwiTWFyZ2luIjp7IiRpZCI6IjE3MjIiLCJUb3AiOjAuMCwiTGVmdCI6MC4wLCJSaWdodCI6MC4wLCJCb3R0b20iOjAuMH0sIlBhZGRpbmciOnsiJGlkIjoiMTcyMyIsIlRvcCI6MC4wLCJMZWZ0IjowLjAsIlJpZ2h0IjowLjAsIkJvdHRvbSI6MC4wfSwiQmFja2dyb3VuZCI6eyIkaWQiOiIxNzI0IiwiQ29sb3IiOnsiJGlkIjoiMTcyNSIsIkEiOjg5LCJSIjowLCJHIjowLCJCIjowfX0sIklzVmlzaWJsZSI6dHJ1ZSwiV2lkdGgiOjAuMCwiSGVpZ2h0IjowLjAsIkJvcmRlclN0eWxlIjp7IiRpZCI6IjE3MjYiLCJMaW5lQ29sb3IiOm51bGwsIkxpbmVXZWlnaHQiOjAuMCwiTGluZVR5cGUiOjAsIlBhcmVudFN0eWxlIjpudWxsfSwiUGFyZW50U3R5bGUiOm51bGx9LCJEdXJhdGlvblN0eWxlIjp7IiRpZCI6IjE3MjciLCJGb250U2V0dGluZ3MiOnsiJGlkIjoiMTcyOCIsIkZvbnRTaXplIjoxMCwiRm9udE5hbWUiOiJDYWxpYnJpIiwiSXNCb2xkIjp0cnVlLCJJc0l0YWxpYyI6ZmFsc2UsIklzVW5kZXJsaW5lZCI6ZmFsc2UsIlBhcmVudFN0eWxlIjpudWxsfSwiQXV0b1NpemUiOjAsIkZvcmVncm91bmQiOnsiJGlkIjoiMTcyOSIsIkNvbG9yIjp7IiRpZCI6IjE3MzA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MTczMSIsIlRvcCI6MC4wLCJMZWZ0IjowLjAsIlJpZ2h0IjowLjAsIkJvdHRvbSI6MC4wfSwiUGFkZGluZyI6eyIkaWQiOiIxNzMyIiwiVG9wIjowLjAsIkxlZnQiOjAuMCwiUmlnaHQiOjAuMCwiQm90dG9tIjowLjB9LCJCYWNrZ3JvdW5kIjp7IiRpZCI6IjE3MzMiLCJDb2xvciI6eyIkaWQiOiIxNzM0IiwiQSI6MCwiUiI6MjU1LCJHIjoyNTUsIkIiOjI1NX19LCJJc1Zpc2libGUiOnRydWUsIldpZHRoIjowLjAsIkhlaWdodCI6MC4wLCJCb3JkZXJTdHlsZSI6eyIkaWQiOiIxNzM1IiwiTGluZUNvbG9yIjpudWxsLCJMaW5lV2VpZ2h0IjowLjAsIkxpbmVUeXBlIjowLCJQYXJlbnRTdHlsZSI6bnVsbH0sIlBhcmVudFN0eWxlIjpudWxsfSwiSG9yaXpvbnRhbENvbm5lY3RvclN0eWxlIjp7IiRpZCI6IjE3MzYiLCJMaW5lQ29sb3IiOnsiJGlkIjoiMTczNyIsIiR0eXBlIjoiTkxSRS5Db21tb24uRG9tLlNvbGlkQ29sb3JCcnVzaCwgTkxSRS5Db21tb24iLCJDb2xvciI6eyIkaWQiOiIxNzM4IiwiQSI6MjU1LCJSIjoyMDQsIkciOjIwNCwiQiI6MjA0fX0sIkxpbmVXZWlnaHQiOjEuMCwiTGluZVR5cGUiOjAsIlBhcmVudFN0eWxlIjpudWxsfSwiVmVydGljYWxDb25uZWN0b3JTdHlsZSI6eyIkaWQiOiIxNzM5IiwiTGluZUNvbG9yIjp7IiRpZCI6IjE3NDAiLCIkdHlwZSI6Ik5MUkUuQ29tbW9uLkRvbS5Tb2xpZENvbG9yQnJ1c2gsIE5MUkUuQ29tbW9uIiwiQ29sb3IiOnsiJGlkIjoiMTc0M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TaGFwZVN0eWxlIjp7IiRpZCI6IjE3NDIiLCJNYXJnaW4iOnsiJGlkIjoiMTc0MyIsIlRvcCI6MC4wLCJMZWZ0Ijo0LjAsIlJpZ2h0Ijo0LjAsIkJvdHRvbSI6MC4wfSwiUGFkZGluZyI6eyIkaWQiOiIxNzQ0IiwiVG9wIjowLjAsIkxlZnQiOjAuMCwiUmlnaHQiOjAuMCwiQm90dG9tIjowLjB9LCJCYWNrZ3JvdW5kIjp7IiRpZCI6IjE3NDUiLCJDb2xvciI6eyIkaWQiOiIxNzQ2IiwiQSI6MjU1LCJSIjoxMTIsIkciOjE3MywiQiI6NzF9fSwiSXNWaXNpYmxlIjp0cnVlLCJXaWR0aCI6MC4wLCJIZWlnaHQiOjEwLjAsIkJvcmRlclN0eWxlIjp7IiRpZCI6IjE3NDciLCJMaW5lQ29sb3IiOnsiJGlkIjoiMTc0OCIsIiR0eXBlIjoiTkxSRS5Db21tb24uRG9tLlNvbGlkQ29sb3JCcnVzaCwgTkxSRS5Db21tb24iLCJDb2xvciI6eyIkaWQiOiIxNzQ5IiwiQSI6MjU1LCJSIjoyMzQsIkciOjIyLCJCIjozMH19LCJMaW5lV2VpZ2h0IjowLjAsIkxpbmVUeXBlIjowLCJQYXJlbnRTdHlsZSI6bnVsbH0sIlBhcmVudFN0eWxlIjpudWxsfSwiVGl0bGVTdHlsZSI6eyIkaWQiOiIxNzUwIiwiRm9udFNldHRpbmdzIjp7IiRpZCI6IjE3NTEiLCJGb250U2l6ZSI6MTEsIkZvbnROYW1lIjoiQ2FsaWJyaSIsIklzQm9sZCI6dHJ1ZSwiSXNJdGFsaWMiOmZhbHNlLCJJc1VuZGVybGluZWQiOmZhbHNlLCJQYXJlbnRTdHlsZSI6bnVsbH0sIkF1dG9TaXplIjowLCJGb3JlZ3JvdW5kIjp7IiRpZCI6IjE3NTIiLCJDb2xvciI6eyIkaWQiOiIxNzUz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3NTQiLCJUb3AiOjAuMCwiTGVmdCI6MC4wLCJSaWdodCI6MC4wLCJCb3R0b20iOjAuMH0sIlBhZGRpbmciOnsiJGlkIjoiMTc1NSIsIlRvcCI6MC4wLCJMZWZ0IjowLjAsIlJpZ2h0IjowLjAsIkJvdHRvbSI6MC4wfSwiQmFja2dyb3VuZCI6eyIkaWQiOiIxNzU2IiwiQ29sb3IiOnsiJGlkIjoiMTc1NyIsIkEiOjAsIlIiOjI1NSwiRyI6MjU1LCJCIjoyNTV9fSwiSXNWaXNpYmxlIjp0cnVlLCJXaWR0aCI6MC4wLCJIZWlnaHQiOjAuMCwiQm9yZGVyU3R5bGUiOnsiJGlkIjoiMTc1OCIsIkxpbmVDb2xvciI6bnVsbCwiTGluZVdlaWdodCI6MC4wLCJMaW5lVHlwZSI6MCwiUGFyZW50U3R5bGUiOm51bGx9LCJQYXJlbnRTdHlsZSI6bnVsbH0sIkRhdGVTdHlsZSI6eyIkaWQiOiIxNzU5IiwiRm9udFNldHRpbmdzIjp7IiRpZCI6IjE3NjAiLCJGb250U2l6ZSI6MTAsIkZvbnROYW1lIjoiQ2FsaWJyaSIsIklzQm9sZCI6ZmFsc2UsIklzSXRhbGljIjpmYWxzZSwiSXNVbmRlcmxpbmVkIjpmYWxzZSwiUGFyZW50U3R5bGUiOm51bGx9LCJBdXRvU2l6ZSI6MCwiRm9yZWdyb3VuZCI6eyIkaWQiOiIxNzYxIiwiQ29sb3IiOnsiJGlkIjoiMTc2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c2MyIsIlRvcCI6MC4wLCJMZWZ0IjowLjAsIlJpZ2h0IjowLjAsIkJvdHRvbSI6MC4wfSwiUGFkZGluZyI6eyIkaWQiOiIxNzY0IiwiVG9wIjowLjAsIkxlZnQiOjAuMCwiUmlnaHQiOjAuMCwiQm90dG9tIjowLjB9LCJCYWNrZ3JvdW5kIjp7IiRpZCI6IjE3NjUiLCJDb2xvciI6eyIkaWQiOiIxNzY2IiwiQSI6ODksIlIiOjAsIkciOjAsIkIiOjB9fSwiSXNWaXNpYmxlIjp0cnVlLCJXaWR0aCI6MC4wLCJIZWlnaHQiOjAuMCwiQm9yZGVyU3R5bGUiOnsiJGlkIjoiMTc2NyIsIkxpbmVDb2xvciI6bnVsbCwiTGluZVdlaWdodCI6MC4wLCJMaW5lVHlwZSI6MCwiUGFyZW50U3R5bGUiOm51bGx9LCJQYXJlbnRTdHlsZSI6bnVsbH0sIkRhdGVGb3JtYXQiOnsiJGlkIjoiMTc2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Y5IiwiRm9ybWF0IjowLCJJc1Zpc2libGUiOmZhbHNlLCJMYXN0S25vd25WaXNpYmlsaXR5U3RhdGUiOmZhbHNlfSwiSXNWaXNpYmxlIjp0cnVlLCJQYXJlbnRTdHlsZSI6bnVsbCwiX2V4cGxpY2l0bHlTZXQiOnsiJGlkIjoiMTc3M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xNzcxIiwiU2hhcGUiOjE0LCJDb25uZWN0b3JNYXJnaW4iOnsiJGlkIjoiMTc3MiIsIlRvcCI6MC4wLCJMZWZ0IjoyLjAsIlJpZ2h0IjoyLjAsIkJvdHRvbSI6MC4wfSwiQ29ubmVjdG9yU3R5bGUiOnsiJGlkIjoiMTc3MyIsIkxpbmVDb2xvciI6eyIkaWQiOiIxNzc0IiwiJHR5cGUiOiJOTFJFLkNvbW1vbi5Eb20uU29saWRDb2xvckJydXNoLCBOTFJFLkNvbW1vbiIsIkNvbG9yIjp7IiRpZCI6IjE3NzUiLCJBIjoxMjcsIlIiOjU2LCJHIjo4NywiQiI6MzV9fSwiTGluZVdlaWdodCI6MS4wLCJMaW5lVHlwZSI6MCwiUGFyZW50U3R5bGUiOm51bGx9LCJJc0JlbG93VGltZWJhbmQiOnRydWUsIlBvc2l0aW9uT25UYXNrIjozLCJIaWRlRGF0ZSI6ZmFsc2UsIlNoYXBlU2l6ZSI6MSwiU3BhY2luZyI6MS4wLCJQYWRkaW5nIjp7IiRpZCI6IjE3NzYiLCJUb3AiOjcuMCwiTGVmdCI6My4wLCJSaWdodCI6MC4wLCJCb3R0b20iOjIuMH0sIlNoYXBlU3R5bGUiOnsiJGlkIjoiMTc3NyIsIk1hcmdpbiI6eyIkaWQiOiIxNzc4IiwiVG9wIjowLjAsIkxlZnQiOjAuMCwiUmlnaHQiOjAuMCwiQm90dG9tIjowLjB9LCJQYWRkaW5nIjp7IiRpZCI6IjE3NzkiLCJUb3AiOjAuMCwiTGVmdCI6MC4wLCJSaWdodCI6MC4wLCJCb3R0b20iOjAuMH0sIkJhY2tncm91bmQiOnsiJGlkIjoiMTc4MCIsIkNvbG9yIjp7IiRpZCI6IjE3ODEiLCJBIjoyNTUsIlIiOjU2LCJHIjo4NywiQiI6MzV9fSwiSXNWaXNpYmxlIjp0cnVlLCJXaWR0aCI6MTguMCwiSGVpZ2h0IjoyMC4wLCJCb3JkZXJTdHlsZSI6eyIkaWQiOiIxNzgyIiwiTGluZUNvbG9yIjp7IiRpZCI6IjE3ODMiLCIkdHlwZSI6Ik5MUkUuQ29tbW9uLkRvbS5Tb2xpZENvbG9yQnJ1c2gsIE5MUkUuQ29tbW9uIiwiQ29sb3IiOnsiJGlkIjoiMTc4NCIsIkEiOjI1NSwiUiI6MjM0LCJHIjoyMiwiQiI6MzB9fSwiTGluZVdlaWdodCI6MC4wLCJMaW5lVHlwZSI6MCwiUGFyZW50U3R5bGUiOm51bGx9LCJQYXJlbnRTdHlsZSI6bnVsbH0sIlRpdGxlU3R5bGUiOnsiJGlkIjoiMTc4NSIsIkZvbnRTZXR0aW5ncyI6eyIkaWQiOiIxNzg2IiwiRm9udFNpemUiOjExLCJGb250TmFtZSI6IkNhbGlicmkiLCJJc0JvbGQiOnRydWUsIklzSXRhbGljIjpmYWxzZSwiSXNVbmRlcmxpbmVkIjpmYWxzZSwiUGFyZW50U3R5bGUiOm51bGx9LCJBdXRvU2l6ZSI6MCwiRm9yZWdyb3VuZCI6eyIkaWQiOiIxNzg3IiwiQ29sb3IiOnsiJGlkIjoiMTc4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zg5IiwiVG9wIjowLjAsIkxlZnQiOjAuMCwiUmlnaHQiOjAuMCwiQm90dG9tIjowLjB9LCJQYWRkaW5nIjp7IiRpZCI6IjE3OTAiLCJUb3AiOjAuMCwiTGVmdCI6MC4wLCJSaWdodCI6MC4wLCJCb3R0b20iOjAuMH0sIkJhY2tncm91bmQiOnsiJGlkIjoiMTc5MSIsIkNvbG9yIjp7IiRpZCI6IjE3OTIiLCJBIjowLCJSIjoyNTUsIkciOjI1NSwiQiI6MjU1fX0sIklzVmlzaWJsZSI6dHJ1ZSwiV2lkdGgiOjAuMCwiSGVpZ2h0IjowLjAsIkJvcmRlclN0eWxlIjp7IiRpZCI6IjE3OTMiLCJMaW5lQ29sb3IiOm51bGwsIkxpbmVXZWlnaHQiOjAuMCwiTGluZVR5cGUiOjAsIlBhcmVudFN0eWxlIjpudWxsfSwiUGFyZW50U3R5bGUiOm51bGx9LCJEYXRlU3R5bGUiOnsiJGlkIjoiMTc5NCIsIkZvbnRTZXR0aW5ncyI6eyIkaWQiOiIxNzk1IiwiRm9udFNpemUiOjEwLCJGb250TmFtZSI6IkNhbGlicmkiLCJJc0JvbGQiOmZhbHNlLCJJc0l0YWxpYyI6ZmFsc2UsIklzVW5kZXJsaW5lZCI6ZmFsc2UsIlBhcmVudFN0eWxlIjpudWxsfSwiQXV0b1NpemUiOjAsIkZvcmVncm91bmQiOnsiJGlkIjoiMTc5NiIsIkNvbG9yIjp7IiRpZCI6IjE3O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OTgiLCJUb3AiOjAuMCwiTGVmdCI6MC4wLCJSaWdodCI6MC4wLCJCb3R0b20iOjAuMH0sIlBhZGRpbmciOnsiJGlkIjoiMTc5OSIsIlRvcCI6MC4wLCJMZWZ0IjowLjAsIlJpZ2h0IjowLjAsIkJvdHRvbSI6MC4wfSwiQmFja2dyb3VuZCI6eyIkaWQiOiIxODAwIiwiQ29sb3IiOnsiJGlkIjoiMTgwMSIsIkEiOjAsIlIiOjI1NSwiRyI6MjU1LCJCIjoyNTV9fSwiSXNWaXNpYmxlIjp0cnVlLCJXaWR0aCI6MC4wLCJIZWlnaHQiOjAuMCwiQm9yZGVyU3R5bGUiOnsiJGlkIjoiMTgwMiIsIkxpbmVDb2xvciI6bnVsbCwiTGluZVdlaWdodCI6MC4wLCJMaW5lVHlwZSI6MCwiUGFyZW50U3R5bGUiOm51bGx9LCJQYXJlbnRTdHlsZSI6bnVsbH0sIkRhdGVGb3JtYXQiOnsiJGlkIjoiMTgwMy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E4MDQiLCJEYXRlUGFydElzVmlzaWJsZSI6dHJ1ZSwiVGltZVBhcnRJc1Zpc2libGUiOmZhbHNlfX0sIldlZWtOdW1iZXJpbmciOnsiJGlkIjoiMTgwNSIsIkZvcm1hdCI6MCwiSXNWaXNpYmxlIjpmYWxzZSwiTGFzdEtub3duVmlzaWJpbGl0eVN0YXRlIjpmYWxzZX0sIklzVmlzaWJsZSI6dHJ1ZSwiUGFyZW50U3R5bGUiOm51bGx9LCJEZWZhdWx0U3dpbWxhbmVNaWxlc3RvbmVTdHlsZSI6eyIkaWQiOiIxODA2IiwiVGl0bGVQb3NpdGlvbiI6IlJpZ2h0IiwiRGF0ZVBvc2l0aW9uIjoiTGVmdCIsIlNoYXBlVHlwZSI6MCwiU2hhcGVTaXplIjoxLCJTcGFjaW5nIjo1LCJTaGFwZVN0eWxlIjp7IiRpZCI6IjE4MDciLCJNYXJnaW4iOnsiJGlkIjoiMTgwOCIsIlRvcCI6MC4wLCJMZWZ0IjowLjAsIlJpZ2h0IjowLjAsIkJvdHRvbSI6MC4wfSwiUGFkZGluZyI6eyIkaWQiOiIxODA5IiwiVG9wIjowLjAsIkxlZnQiOjAuMCwiUmlnaHQiOjAuMCwiQm90dG9tIjowLjB9LCJCYWNrZ3JvdW5kIjp7IiRpZCI6IjE4MTAiLCJDb2xvciI6eyIkaWQiOiIxODExIiwiQSI6MjU1LCJSIjoxMTIsIkciOjE3MywiQiI6NzF9fSwiSXNWaXNpYmxlIjp0cnVlLCJXaWR0aCI6MTguMCwiSGVpZ2h0IjoyMC4wLCJCb3JkZXJTdHlsZSI6eyIkaWQiOiIxODEyIiwiTGluZUNvbG9yIjp7IiRpZCI6IjE4MTMiLCIkdHlwZSI6Ik5MUkUuQ29tbW9uLkRvbS5Tb2xpZENvbG9yQnJ1c2gsIE5MUkUuQ29tbW9uIiwiQ29sb3IiOnsiJGlkIjoiMTgxNCIsIkEiOjI1NSwiUiI6MjM0LCJHIjoyMiwiQiI6MzB9fSwiTGluZVdlaWdodCI6MC4wLCJMaW5lVHlwZSI6MCwiUGFyZW50U3R5bGUiOm51bGx9LCJQYXJlbnRTdHlsZSI6bnVsbH0sIlRpdGxlU3R5bGUiOnsiJGlkIjoiMTgxNSIsIkZvbnRTZXR0aW5ncyI6eyIkaWQiOiIxODE2IiwiRm9udFNpemUiOjExLCJGb250TmFtZSI6IkNhbGlicmkiLCJJc0JvbGQiOnRydWUsIklzSXRhbGljIjpmYWxzZSwiSXNVbmRlcmxpbmVkIjpmYWxzZSwiUGFyZW50U3R5bGUiOm51bGx9LCJBdXRvU2l6ZSI6MCwiRm9yZWdyb3VuZCI6eyIkaWQiOiIxODE3IiwiQ29sb3IiOnsiJGlkIjoiMTgx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ODE5IiwiVG9wIjowLjAsIkxlZnQiOjAuMCwiUmlnaHQiOjAuMCwiQm90dG9tIjowLjB9LCJQYWRkaW5nIjp7IiRpZCI6IjE4MjAiLCJUb3AiOjAuMCwiTGVmdCI6MC4wLCJSaWdodCI6MC4wLCJCb3R0b20iOjAuMH0sIkJhY2tncm91bmQiOnsiJGlkIjoiMTgyMSIsIkNvbG9yIjp7IiRpZCI6IjE4MjIiLCJBIjo4OSwiUiI6MCwiRyI6MCwiQiI6MH19LCJJc1Zpc2libGUiOnRydWUsIldpZHRoIjowLjAsIkhlaWdodCI6MC4wLCJCb3JkZXJTdHlsZSI6eyIkaWQiOiIxODIzIiwiTGluZUNvbG9yIjpudWxsLCJMaW5lV2VpZ2h0IjowLjAsIkxpbmVUeXBlIjowLCJQYXJlbnRTdHlsZSI6bnVsbH0sIlBhcmVudFN0eWxlIjpudWxsfSwiRGF0ZVN0eWxlIjp7IiRpZCI6IjE4MjQiLCJGb250U2V0dGluZ3MiOnsiJGlkIjoiMTgyNSIsIkZvbnRTaXplIjoxMCwiRm9udE5hbWUiOiJDYWxpYnJpIiwiSXNCb2xkIjpmYWxzZSwiSXNJdGFsaWMiOmZhbHNlLCJJc1VuZGVybGluZWQiOmZhbHNlLCJQYXJlbnRTdHlsZSI6bnVsbH0sIkF1dG9TaXplIjowLCJGb3JlZ3JvdW5kIjp7IiRpZCI6IjE4MjYiLCJDb2xvciI6eyIkaWQiOiIxODI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DI4IiwiVG9wIjowLjAsIkxlZnQiOjAuMCwiUmlnaHQiOjAuMCwiQm90dG9tIjowLjB9LCJQYWRkaW5nIjp7IiRpZCI6IjE4MjkiLCJUb3AiOjAuMCwiTGVmdCI6MC4wLCJSaWdodCI6MC4wLCJCb3R0b20iOjAuMH0sIkJhY2tncm91bmQiOnsiJGlkIjoiMTgzMCIsIkNvbG9yIjp7IiRpZCI6IjE4MzEiLCJBIjo4OSwiUiI6MCwiRyI6MCwiQiI6MH19LCJJc1Zpc2libGUiOmZhbHNlLCJXaWR0aCI6MC4wLCJIZWlnaHQiOjAuMCwiQm9yZGVyU3R5bGUiOnsiJGlkIjoiMTgzMiIsIkxpbmVDb2xvciI6bnVsbCwiTGluZVdlaWdodCI6MC4wLCJMaW5lVHlwZSI6MCwiUGFyZW50U3R5bGUiOm51bGx9LCJQYXJlbnRTdHlsZSI6bnVsbH0sIkRhdGVGb3JtYXQiOnsiJGlkIjoiMTgz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M0IiwiRm9ybWF0IjowLCJJc1Zpc2libGUiOmZhbHNlLCJMYXN0S25vd25WaXNpYmlsaXR5U3RhdGUiOmZhbHNlfSwiSXNWaXNpYmxlIjp0cnVlLCJQYXJlbnRTdHlsZSI6bnVsbH0sIkRlZmF1bHRTd2ltbGFuZUFjdGl2aXR5U3R5bGUiOnsiJGlkIjoiMTgzNSIsIkhlYWRlclN0eWxlIjp7IiRpZCI6IjE4MzYiLCJUZXh0U3R5bGUiOnsiJGlkIjoiMTgzNyIsIkZvbnRTZXR0aW5ncyI6eyIkaWQiOiIxODM4IiwiRm9udFNpemUiOjExLCJGb250TmFtZSI6IkNhbGlicmkiLCJJc0JvbGQiOmZhbHNlLCJJc0l0YWxpYyI6ZmFsc2UsIklzVW5kZXJsaW5lZCI6ZmFsc2UsIlBhcmVudFN0eWxlIjpudWxsfSwiQXV0b1NpemUiOjIsIkZvcmVncm91bmQiOnsiJGlkIjoiMTgzOSIsIkNvbG9yIjp7IiRpZCI6IjE4NDAiLCJBIjoyNTUsIlIiOjAsIkciOjAsIkIiOjB9fSwiTWF4V2lkdGgiOjAuMCwiTWF4SGVpZ2h0IjoiSW5maW5pdHkiLCJTbWFydEZvcmVncm91bmRJc0FjdGl2ZSI6ZmFsc2UsIkhvcml6b250YWxBbGlnbm1lbnQiOjAsIlZlcnRpY2FsQWxpZ25tZW50IjowLCJTbWFydEZvcmVncm91bmQiOm51bGwsIkJhY2tncm91bmRGaWxsVHlwZSI6MCwiTWFyZ2luIjp7IiRpZCI6IjE4NDEiLCJUb3AiOjAuMCwiTGVmdCI6MC4wLCJSaWdodCI6MC4wLCJCb3R0b20iOjAuMH0sIlBhZGRpbmciOnsiJGlkIjoiMTg0MiIsIlRvcCI6MC4wLCJMZWZ0IjowLjAsIlJpZ2h0IjowLjAsIkJvdHRvbSI6MC4wfSwiQmFja2dyb3VuZCI6bnVsbCwiSXNWaXNpYmxlIjp0cnVlLCJXaWR0aCI6MC4wLCJIZWlnaHQiOjAuMCwiQm9yZGVyU3R5bGUiOm51bGwsIlBhcmVudFN0eWxlIjpudWxsfSwiUmVjdGFuZ2xlU3R5bGUiOnsiJGlkIjoiMTg0MyIsIk1hcmdpbiI6eyIkaWQiOiIxODQ0IiwiVG9wIjowLjAsIkxlZnQiOjAuMCwiUmlnaHQiOjAuMCwiQm90dG9tIjowLjB9LCJQYWRkaW5nIjp7IiRpZCI6IjE4NDUiLCJUb3AiOjAuMCwiTGVmdCI6MC4wLCJSaWdodCI6MC4wLCJCb3R0b20iOjAuMH0sIkJhY2tncm91bmQiOnsiJGlkIjoiMTg0NiIsIkNvbG9yIjp7IiRpZCI6IjE4NDciLCJBIjo2MywiUiI6MTEyLCJHIjoxNzMsIkIiOjcxfX0sIklzVmlzaWJsZSI6dHJ1ZSwiV2lkdGgiOjAuMCwiSGVpZ2h0IjowLjAsIkJvcmRlclN0eWxlIjp7IiRpZCI6IjE4NDgiLCJMaW5lQ29sb3IiOnsiJGlkIjoiMTg0OSIsIiR0eXBlIjoiTkxSRS5Db21tb24uRG9tLlNvbGlkQ29sb3JCcnVzaCwgTkxSRS5Db21tb24iLCJDb2xvciI6eyIkaWQiOiIxODUwIiwiQSI6MjU1LCJSIjoyNTUsIkciOjAsIkIiOjB9fSwiTGluZVdlaWdodCI6MC4wLCJMaW5lVHlwZSI6MCwiUGFyZW50U3R5bGUiOm51bGx9LCJQYXJlbnRTdHlsZSI6bnVsbH0sIk1hcmdpbiI6eyIkaWQiOiIxODUxIiwiVG9wIjowLjAsIkxlZnQiOjAuMCwiUmlnaHQiOjAuMCwiQm90dG9tIjowLjB9LCJQYWRkaW5nIjp7IiRpZCI6IjE4NTIiLCJUb3AiOjAuMCwiTGVmdCI6MC4wLCJSaWdodCI6MC4wLCJCb3R0b20iOjAuMH0sIkJhY2tncm91bmQiOm51bGwsIklzVmlzaWJsZSI6dHJ1ZSwiV2lkdGgiOjAuMCwiSGVpZ2h0IjowLjAsIkJvcmRlclN0eWxlIjpudWxsLCJQYXJlbnRTdHlsZSI6bnVsbH0sIkJhY2tncm91bmRTdHlsZSI6eyIkaWQiOiIxODUzIiwiTWFyZ2luIjp7IiRpZCI6IjE4NTQiLCJUb3AiOjAuMCwiTGVmdCI6MC4wLCJSaWdodCI6MC4wLCJCb3R0b20iOjAuMH0sIlBhZGRpbmciOnsiJGlkIjoiMTg1NSIsIlRvcCI6MC4wLCJMZWZ0IjowLjAsIlJpZ2h0IjowLjAsIkJvdHRvbSI6MC4wfSwiQmFja2dyb3VuZCI6eyIkaWQiOiIxODU2IiwiQ29sb3IiOnsiJGlkIjoiMTg1NyIsIkEiOjM4LCJSIjoxMTIsIkciOjE3MywiQiI6NzF9fSwiSXNWaXNpYmxlIjp0cnVlLCJXaWR0aCI6MC4wLCJIZWlnaHQiOjAuMCwiQm9yZGVyU3R5bGUiOnsiJGlkIjoiMTg1OCIsIkxpbmVDb2xvciI6eyIkaWQiOiIxODU5IiwiJHR5cGUiOiJOTFJFLkNvbW1vbi5Eb20uU29saWRDb2xvckJydXNoLCBOTFJFLkNvbW1vbiIsIkNvbG9yIjp7IiRpZCI6IjE4NjAiLCJBIjoyNTUsIlIiOjIzNCwiRyI6MjIsIkIiOjMwfX0sIkxpbmVXZWlnaHQiOjAuMCwiTGluZVR5cGUiOjAsIlBhcmVudFN0eWxlIjpudWxsfSwiUGFyZW50U3R5bGUiOm51bGx9LCJNYXJnaW4iOnsiJGlkIjoiMTg2MSIsIlRvcCI6MC4wLCJMZWZ0IjowLjAsIlJpZ2h0IjowLjAsIkJvdHRvbSI6MC4wfSwiUGFkZGluZyI6eyIkaWQiOiIxODYyIiwiVG9wIjowLjAsIkxlZnQiOjAuMCwiUmlnaHQiOjAuMCwiQm90dG9tIjowLjB9LCJJc1Zpc2libGUiOnRydWUsIldpZHRoIjowLjAsIkhlaWdodCI6MC4wLCJCb3JkZXJTdHlsZSI6eyIkaWQiOiIxODYzIiwiTGluZUNvbG9yIjpudWxsLCJMaW5lV2VpZ2h0IjowLjAsIkxpbmVUeXBlIjowLCJQYXJlbnRTdHlsZSI6bnVsbH0sIlBhcmVudFN0eWxlIjpudWxsfSwiTWFyZ2luIjp7IiRpZCI6IjE4NjQiLCJUb3AiOjAuMCwiTGVmdCI6MC4wLCJSaWdodCI6MC4wLCJCb3R0b20iOjAuMH0sIlBhZGRpbmciOnsiJGlkIjoiMTg2NSIsIlRvcCI6MC4wLCJMZWZ0IjowLjAsIlJpZ2h0IjowLjAsIkJvdHRvbSI6MC4wfSwiSXNWaXNpYmxlIjp0cnVlLCJXaWR0aCI6MC4wLCJIZWlnaHQiOjAuMCwiQm9yZGVyU3R5bGUiOnsiJGlkIjoiMTg2NiIsIkxpbmVDb2xvciI6bnVsbCwiTGluZVdlaWdodCI6MC4wLCJMaW5lVHlwZSI6MCwiUGFyZW50U3R5bGUiOm51bGx9LCJQYXJlbnRTdHlsZSI6bnVsbH19LHsiJGlkIjoiMTg2NyIsIl9hY3Rpdml0aWVzIjpbeyIkaWQiOiIxODY4IiwiX3Jvd3MiOlt7IiRpZCI6IjE4NjkiLCJfdGFza3MiOltdLCJfbWlsZXN0b25lcyI6W3siJGlkIjoiMTg3MCIsIklkIjoiMjdlMGU5MGMtOGU2MS00NjBmLTg4ZGEtOTNhYjQwNGZjODVkIiwiSW5kZXgiOjI2LCJHcm91cElkIjpudWxsLCJUaXRsZSI6IlNhbGVzIERhc2hib2FyZCIsIkRhdGVUaW1lIjoiMjAyMi0xMi0yMFQyMzo1OTowMCIsIlBlcmNlbnRhZ2VDb21wbGV0ZSI6bnVsbCwiTm90ZSI6bnVsbCwiU3R5bGUiOnsiJGlkIjoiMTg3MSIsIlRpdGxlUG9zaXRpb24iOiJMZWZ0IiwiRGF0ZVBvc2l0aW9uIjoiTGVmdCIsIlNoYXBlVHlwZSI6NiwiU2hhcGVTaXplIjozLCJTcGFjaW5nIjo1LCJTaGFwZVN0eWxlIjp7IiRpZCI6IjE4NzIiLCJNYXJnaW4iOnsiJGlkIjoiMTg3MyIsIlRvcCI6MC4wLCJMZWZ0IjowLjAsIlJpZ2h0IjowLjAsIkJvdHRvbSI6MC4wfSwiUGFkZGluZyI6eyIkaWQiOiIxODc0IiwiVG9wIjowLjAsIkxlZnQiOjAuMCwiUmlnaHQiOjAuMCwiQm90dG9tIjowLjB9LCJCYWNrZ3JvdW5kIjp7IiRpZCI6IjE4NzUiLCJDb2xvciI6eyIkaWQiOiIxODc2IiwiQSI6MjU1LCJSIjo2OCwiRyI6MTE0LCJCIjoxOTZ9fSwiSXNWaXNpYmxlIjp0cnVlLCJXaWR0aCI6MTQuNjgyNTE5OTEyNzE5NzI3LCJIZWlnaHQiOjE2LjMxMzkzNjIzMzUyMDUwOCwiQm9yZGVyU3R5bGUiOnsiJGlkIjoiMTg3NyIsIkxpbmVDb2xvciI6bnVsbCwiTGluZVdlaWdodCI6MC4wLCJMaW5lVHlwZSI6MCwiUGFyZW50U3R5bGUiOm51bGx9LCJQYXJlbnRTdHlsZSI6bnVsbH0sIlRpdGxlU3R5bGUiOnsiJGlkIjoiMTg3OCIsIkZvbnRTZXR0aW5ncyI6eyIkaWQiOiIxODc5IiwiRm9udFNpemUiOjExLCJGb250TmFtZSI6IkNhbGlicmkiLCJJc0JvbGQiOnRydWUsIklzSXRhbGljIjpmYWxzZSwiSXNVbmRlcmxpbmVkIjpmYWxzZSwiUGFyZW50U3R5bGUiOm51bGx9LCJBdXRvU2l6ZSI6MCwiRm9yZWdyb3VuZCI6eyIkaWQiOiIxODgwIiwiQ29sb3IiOnsiJGlkIjoiMTg4M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ODgyIiwiVG9wIjowLjAsIkxlZnQiOjAuMCwiUmlnaHQiOjAuMCwiQm90dG9tIjowLjB9LCJQYWRkaW5nIjp7IiRpZCI6IjE4ODMiLCJUb3AiOjAuMCwiTGVmdCI6MC4wLCJSaWdodCI6MC4wLCJCb3R0b20iOjAuMH0sIkJhY2tncm91bmQiOnsiJGlkIjoiMTg4NCIsIkNvbG9yIjp7IiRpZCI6IjE4ODUiLCJBIjowLCJSIjoyNTUsIkciOjI1NSwiQiI6MjU1fX0sIklzVmlzaWJsZSI6dHJ1ZSwiV2lkdGgiOjAuMCwiSGVpZ2h0IjowLjAsIkJvcmRlclN0eWxlIjp7IiRpZCI6IjE4ODYiLCJMaW5lQ29sb3IiOm51bGwsIkxpbmVXZWlnaHQiOjAuMCwiTGluZVR5cGUiOjAsIlBhcmVudFN0eWxlIjpudWxsfSwiUGFyZW50U3R5bGUiOm51bGx9LCJEYXRlU3R5bGUiOnsiJGlkIjoiMTg4NyIsIkZvbnRTZXR0aW5ncyI6eyIkaWQiOiIxODg4IiwiRm9udFNpemUiOjEwLCJGb250TmFtZSI6IkNhbGlicmkiLCJJc0JvbGQiOmZhbHNlLCJJc0l0YWxpYyI6ZmFsc2UsIklzVW5kZXJsaW5lZCI6ZmFsc2UsIlBhcmVudFN0eWxlIjpudWxsfSwiQXV0b1NpemUiOjAsIkZvcmVncm91bmQiOnsiJGlkIjoiMTg4OSIsIkNvbG9yIjp7IiRpZCI6IjE4OT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4OTEiLCJUb3AiOjAuMCwiTGVmdCI6MC4wLCJSaWdodCI6MC4wLCJCb3R0b20iOjAuMH0sIlBhZGRpbmciOnsiJGlkIjoiMTg5MiIsIlRvcCI6MC4wLCJMZWZ0IjowLjAsIlJpZ2h0IjowLjAsIkJvdHRvbSI6MC4wfSwiQmFja2dyb3VuZCI6eyIkaWQiOiIxODkzIiwiQ29sb3IiOnsiJGlkIjoiMTg5NCIsIkEiOjAsIlIiOjI1NSwiRyI6MjU1LCJCIjoyNTV9fSwiSXNWaXNpYmxlIjpmYWxzZSwiV2lkdGgiOjAuMCwiSGVpZ2h0IjowLjAsIkJvcmRlclN0eWxlIjp7IiRpZCI6IjE4OTUiLCJMaW5lQ29sb3IiOm51bGwsIkxpbmVXZWlnaHQiOjAuMCwiTGluZVR5cGUiOjAsIlBhcmVudFN0eWxlIjpudWxsfSwiUGFyZW50U3R5bGUiOm51bGx9LCJEYXRlRm9ybWF0Ijp7IiRpZCI6IjE4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5NyIsIkZvcm1hdCI6MCwiSXNWaXNpYmxlIjpmYWxzZSwiTGFzdEtub3duVmlzaWJpbGl0eVN0YXRlIjpmYWxzZX0sIklzVmlzaWJsZSI6dHJ1ZSwiUGFyZW50U3R5bGUiOm51bGx9LCJIeXBlcmxpbmsiOm51bGwsIkltcG9ydElkIjpudWxsfSx7IiRpZCI6IjE4OTgiLCJJZCI6IjA1ZjVlMjJiLTA3MTAtNDJhMS1hMWRjLTU5NjE1YmI0YzQ2OSIsIkluZGV4IjoyNywiR3JvdXBJZCI6bnVsbCwiVGl0bGUiOiJTZXJ2aWNlIE1ldHJpY3MiLCJEYXRlVGltZSI6IjIwMjItMDQtMDFUMDA6MDA6MDAiLCJQZXJjZW50YWdlQ29tcGxldGUiOm51bGwsIk5vdGUiOm51bGwsIlN0eWxlIjp7IiRpZCI6IjE4OTkiLCJUaXRsZVBvc2l0aW9uIjoiTGVmdCIsIkRhdGVQb3NpdGlvbiI6IkxlZnQiLCJTaGFwZVR5cGUiOjYsIlNoYXBlU2l6ZSI6MywiU3BhY2luZyI6NSwiU2hhcGVTdHlsZSI6eyIkaWQiOiIxOTAwIiwiTWFyZ2luIjp7IiRpZCI6IjE5MDEiLCJUb3AiOjAuMCwiTGVmdCI6MC4wLCJSaWdodCI6MC4wLCJCb3R0b20iOjAuMH0sIlBhZGRpbmciOnsiJGlkIjoiMTkwMiIsIlRvcCI6MC4wLCJMZWZ0IjowLjAsIlJpZ2h0IjowLjAsIkJvdHRvbSI6MC4wfSwiQmFja2dyb3VuZCI6eyIkaWQiOiIxOTAzIiwiQ29sb3IiOnsiJGlkIjoiMTkwNCIsIkEiOjI1NSwiUiI6NjgsIkciOjExNCwiQiI6MTk2fX0sIklzVmlzaWJsZSI6dHJ1ZSwiV2lkdGgiOjE0LjY4MjUxOTkxMjcxOTcyNywiSGVpZ2h0IjoxNi4zMTM5MzYyMzM1MjA1MDgsIkJvcmRlclN0eWxlIjp7IiRpZCI6IjE5MDUiLCJMaW5lQ29sb3IiOm51bGwsIkxpbmVXZWlnaHQiOjAuMCwiTGluZVR5cGUiOjAsIlBhcmVudFN0eWxlIjpudWxsfSwiUGFyZW50U3R5bGUiOm51bGx9LCJUaXRsZVN0eWxlIjp7IiRpZCI6IjE5MDYiLCJGb250U2V0dGluZ3MiOnsiJGlkIjoiMTkwNyIsIkZvbnRTaXplIjoxMSwiRm9udE5hbWUiOiJDYWxpYnJpIiwiSXNCb2xkIjp0cnVlLCJJc0l0YWxpYyI6ZmFsc2UsIklzVW5kZXJsaW5lZCI6ZmFsc2UsIlBhcmVudFN0eWxlIjpudWxsfSwiQXV0b1NpemUiOjAsIkZvcmVncm91bmQiOnsiJGlkIjoiMTkwOCIsIkNvbG9yIjp7IiRpZCI6IjE5MDk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xMCIsIlRvcCI6MC4wLCJMZWZ0IjowLjAsIlJpZ2h0IjowLjAsIkJvdHRvbSI6MC4wfSwiUGFkZGluZyI6eyIkaWQiOiIxOTExIiwiVG9wIjowLjAsIkxlZnQiOjAuMCwiUmlnaHQiOjAuMCwiQm90dG9tIjowLjB9LCJCYWNrZ3JvdW5kIjp7IiRpZCI6IjE5MTIiLCJDb2xvciI6eyIkaWQiOiIxOTEzIiwiQSI6MCwiUiI6MjU1LCJHIjoyNTUsIkIiOjI1NX19LCJJc1Zpc2libGUiOnRydWUsIldpZHRoIjowLjAsIkhlaWdodCI6MC4wLCJCb3JkZXJTdHlsZSI6eyIkaWQiOiIxOTE0IiwiTGluZUNvbG9yIjpudWxsLCJMaW5lV2VpZ2h0IjowLjAsIkxpbmVUeXBlIjowLCJQYXJlbnRTdHlsZSI6bnVsbH0sIlBhcmVudFN0eWxlIjpudWxsfSwiRGF0ZVN0eWxlIjp7IiRpZCI6IjE5MTUiLCJGb250U2V0dGluZ3MiOnsiJGlkIjoiMTkxNiIsIkZvbnRTaXplIjoxMCwiRm9udE5hbWUiOiJDYWxpYnJpIiwiSXNCb2xkIjpmYWxzZSwiSXNJdGFsaWMiOmZhbHNlLCJJc1VuZGVybGluZWQiOmZhbHNlLCJQYXJlbnRTdHlsZSI6bnVsbH0sIkF1dG9TaXplIjowLCJGb3JlZ3JvdW5kIjp7IiRpZCI6IjE5MTciLCJDb2xvciI6eyIkaWQiOiIxOTE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TE5IiwiVG9wIjowLjAsIkxlZnQiOjAuMCwiUmlnaHQiOjAuMCwiQm90dG9tIjowLjB9LCJQYWRkaW5nIjp7IiRpZCI6IjE5MjAiLCJUb3AiOjAuMCwiTGVmdCI6MC4wLCJSaWdodCI6MC4wLCJCb3R0b20iOjAuMH0sIkJhY2tncm91bmQiOnsiJGlkIjoiMTkyMSIsIkNvbG9yIjp7IiRpZCI6IjE5MjIiLCJBIjowLCJSIjoyNTUsIkciOjI1NSwiQiI6MjU1fX0sIklzVmlzaWJsZSI6ZmFsc2UsIldpZHRoIjowLjAsIkhlaWdodCI6MC4wLCJCb3JkZXJTdHlsZSI6eyIkaWQiOiIxOTIzIiwiTGluZUNvbG9yIjpudWxsLCJMaW5lV2VpZ2h0IjowLjAsIkxpbmVUeXBlIjowLCJQYXJlbnRTdHlsZSI6bnVsbH0sIlBhcmVudFN0eWxlIjpudWxsfSwiRGF0ZUZvcm1hdCI6eyIkaWQiOiIxOTI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MjUiLCJGb3JtYXQiOjAsIklzVmlzaWJsZSI6ZmFsc2UsIkxhc3RLbm93blZpc2liaWxpdHlTdGF0ZSI6ZmFsc2V9LCJJc1Zpc2libGUiOnRydWUsIlBhcmVudFN0eWxlIjpudWxsfSwiSHlwZXJsaW5rIjpudWxsLCJJbXBvcnRJZCI6bnVsbH0seyIkaWQiOiIxOTI2IiwiSWQiOiIzOGY3Y2FmOS1iNzQwLTQ2NzQtYjUwNC0wZDBhYjIwNGY5ZjkiLCJJbmRleCI6MjgsIkdyb3VwSWQiOm51bGwsIlRpdGxlIjoiU2VydmljZSBEYXNoYm9hcmQiLCJEYXRlVGltZSI6IjIwMjItMDgtMTBUMjM6NTk6MDAiLCJQZXJjZW50YWdlQ29tcGxldGUiOm51bGwsIk5vdGUiOm51bGwsIlN0eWxlIjp7IiRpZCI6IjE5MjciLCJUaXRsZVBvc2l0aW9uIjoiTGVmdCIsIkRhdGVQb3NpdGlvbiI6IkxlZnQiLCJTaGFwZVR5cGUiOjYsIlNoYXBlU2l6ZSI6MywiU3BhY2luZyI6NSwiU2hhcGVTdHlsZSI6eyIkaWQiOiIxOTI4IiwiTWFyZ2luIjp7IiRpZCI6IjE5MjkiLCJUb3AiOjAuMCwiTGVmdCI6MC4wLCJSaWdodCI6MC4wLCJCb3R0b20iOjAuMH0sIlBhZGRpbmciOnsiJGlkIjoiMTkzMCIsIlRvcCI6MC4wLCJMZWZ0IjowLjAsIlJpZ2h0IjowLjAsIkJvdHRvbSI6MC4wfSwiQmFja2dyb3VuZCI6eyIkaWQiOiIxOTMxIiwiQ29sb3IiOnsiJGlkIjoiMTkzMiIsIkEiOjI1NSwiUiI6NjgsIkciOjExNCwiQiI6MTk2fX0sIklzVmlzaWJsZSI6dHJ1ZSwiV2lkdGgiOjE0LjY4MjUxOTkxMjcxOTcyNywiSGVpZ2h0IjoxNi4zMTM5MzYyMzM1MjA1MDgsIkJvcmRlclN0eWxlIjp7IiRpZCI6IjE5MzMiLCJMaW5lQ29sb3IiOm51bGwsIkxpbmVXZWlnaHQiOjAuMCwiTGluZVR5cGUiOjAsIlBhcmVudFN0eWxlIjpudWxsfSwiUGFyZW50U3R5bGUiOm51bGx9LCJUaXRsZVN0eWxlIjp7IiRpZCI6IjE5MzQiLCJGb250U2V0dGluZ3MiOnsiJGlkIjoiMTkzNSIsIkZvbnRTaXplIjoxMSwiRm9udE5hbWUiOiJDYWxpYnJpIiwiSXNCb2xkIjp0cnVlLCJJc0l0YWxpYyI6ZmFsc2UsIklzVW5kZXJsaW5lZCI6ZmFsc2UsIlBhcmVudFN0eWxlIjpudWxsfSwiQXV0b1NpemUiOjAsIkZvcmVncm91bmQiOnsiJGlkIjoiMTkzNiIsIkNvbG9yIjp7IiRpZCI6IjE5Mzc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zOCIsIlRvcCI6MC4wLCJMZWZ0IjowLjAsIlJpZ2h0IjowLjAsIkJvdHRvbSI6MC4wfSwiUGFkZGluZyI6eyIkaWQiOiIxOTM5IiwiVG9wIjowLjAsIkxlZnQiOjAuMCwiUmlnaHQiOjAuMCwiQm90dG9tIjowLjB9LCJCYWNrZ3JvdW5kIjp7IiRpZCI6IjE5NDAiLCJDb2xvciI6eyIkaWQiOiIxOTQxIiwiQSI6MCwiUiI6MjU1LCJHIjoyNTUsIkIiOjI1NX19LCJJc1Zpc2libGUiOnRydWUsIldpZHRoIjowLjAsIkhlaWdodCI6MC4wLCJCb3JkZXJTdHlsZSI6eyIkaWQiOiIxOTQyIiwiTGluZUNvbG9yIjpudWxsLCJMaW5lV2VpZ2h0IjowLjAsIkxpbmVUeXBlIjowLCJQYXJlbnRTdHlsZSI6bnVsbH0sIlBhcmVudFN0eWxlIjpudWxsfSwiRGF0ZVN0eWxlIjp7IiRpZCI6IjE5NDMiLCJGb250U2V0dGluZ3MiOnsiJGlkIjoiMTk0NCIsIkZvbnRTaXplIjoxMCwiRm9udE5hbWUiOiJDYWxpYnJpIiwiSXNCb2xkIjpmYWxzZSwiSXNJdGFsaWMiOmZhbHNlLCJJc1VuZGVybGluZWQiOmZhbHNlLCJQYXJlbnRTdHlsZSI6bnVsbH0sIkF1dG9TaXplIjowLCJGb3JlZ3JvdW5kIjp7IiRpZCI6IjE5NDUiLCJDb2xvciI6eyIkaWQiOiIxOTQ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TQ3IiwiVG9wIjowLjAsIkxlZnQiOjAuMCwiUmlnaHQiOjAuMCwiQm90dG9tIjowLjB9LCJQYWRkaW5nIjp7IiRpZCI6IjE5NDgiLCJUb3AiOjAuMCwiTGVmdCI6MC4wLCJSaWdodCI6MC4wLCJCb3R0b20iOjAuMH0sIkJhY2tncm91bmQiOnsiJGlkIjoiMTk0OSIsIkNvbG9yIjp7IiRpZCI6IjE5NTAiLCJBIjowLCJSIjoyNTUsIkciOjI1NSwiQiI6MjU1fX0sIklzVmlzaWJsZSI6ZmFsc2UsIldpZHRoIjowLjAsIkhlaWdodCI6MC4wLCJCb3JkZXJTdHlsZSI6eyIkaWQiOiIxOTUxIiwiTGluZUNvbG9yIjpudWxsLCJMaW5lV2VpZ2h0IjowLjAsIkxpbmVUeXBlIjowLCJQYXJlbnRTdHlsZSI6bnVsbH0sIlBhcmVudFN0eWxlIjpudWxsfSwiRGF0ZUZvcm1hdCI6eyIkaWQiOiIxOT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NTMiLCJGb3JtYXQiOjAsIklzVmlzaWJsZSI6ZmFsc2UsIkxhc3RLbm93blZpc2liaWxpdHlTdGF0ZSI6ZmFsc2V9LCJJc1Zpc2libGUiOnRydWUsIlBhcmVudFN0eWxlIjpudWxsfSwiSHlwZXJsaW5rIjpudWxsLCJJbXBvcnRJZCI6bnVsbH0seyIkaWQiOiIxOTU0IiwiSWQiOiI1MDI0ZGE1Zi00ZDg4LTQxNzQtOGE4OS01NDQxMjZmOWRhODIiLCJJbmRleCI6MjksIkdyb3VwSWQiOm51bGwsIlRpdGxlIjoiUmVhbC10aW1lIEFuYWx5dGljcyIsIkRhdGVUaW1lIjoiMjAyMi0xMC0xOVQwMDowMDowMCIsIlBlcmNlbnRhZ2VDb21wbGV0ZSI6bnVsbCwiTm90ZSI6bnVsbCwiU3R5bGUiOnsiJGlkIjoiMTk1NSIsIlRpdGxlUG9zaXRpb24iOiJMZWZ0IiwiRGF0ZVBvc2l0aW9uIjoiTGVmdCIsIlNoYXBlVHlwZSI6NiwiU2hhcGVTaXplIjozLCJTcGFjaW5nIjo1LCJTaGFwZVN0eWxlIjp7IiRpZCI6IjE5NTYiLCJNYXJnaW4iOnsiJGlkIjoiMTk1NyIsIlRvcCI6MC4wLCJMZWZ0IjowLjAsIlJpZ2h0IjowLjAsIkJvdHRvbSI6MC4wfSwiUGFkZGluZyI6eyIkaWQiOiIxOTU4IiwiVG9wIjowLjAsIkxlZnQiOjAuMCwiUmlnaHQiOjAuMCwiQm90dG9tIjowLjB9LCJCYWNrZ3JvdW5kIjp7IiRpZCI6IjE5NTkiLCJDb2xvciI6eyIkaWQiOiIxOTYwIiwiQSI6MjU1LCJSIjo2OCwiRyI6MTE0LCJCIjoxOTZ9fSwiSXNWaXNpYmxlIjp0cnVlLCJXaWR0aCI6MTQuNjgyNTE5OTEyNzE5NzI3LCJIZWlnaHQiOjE2LjMxMzkzNjIzMzUyMDUwOCwiQm9yZGVyU3R5bGUiOnsiJGlkIjoiMTk2MSIsIkxpbmVDb2xvciI6bnVsbCwiTGluZVdlaWdodCI6MC4wLCJMaW5lVHlwZSI6MCwiUGFyZW50U3R5bGUiOm51bGx9LCJQYXJlbnRTdHlsZSI6bnVsbH0sIlRpdGxlU3R5bGUiOnsiJGlkIjoiMTk2MiIsIkZvbnRTZXR0aW5ncyI6eyIkaWQiOiIxOTYzIiwiRm9udFNpemUiOjExLCJGb250TmFtZSI6IkNhbGlicmkiLCJJc0JvbGQiOnRydWUsIklzSXRhbGljIjpmYWxzZSwiSXNVbmRlcmxpbmVkIjpmYWxzZSwiUGFyZW50U3R5bGUiOm51bGx9LCJBdXRvU2l6ZSI6MCwiRm9yZWdyb3VuZCI6eyIkaWQiOiIxOTY0IiwiQ29sb3IiOnsiJGlkIjoiMTk2N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OTY2IiwiVG9wIjowLjAsIkxlZnQiOjAuMCwiUmlnaHQiOjAuMCwiQm90dG9tIjowLjB9LCJQYWRkaW5nIjp7IiRpZCI6IjE5NjciLCJUb3AiOjAuMCwiTGVmdCI6MC4wLCJSaWdodCI6MC4wLCJCb3R0b20iOjAuMH0sIkJhY2tncm91bmQiOnsiJGlkIjoiMTk2OCIsIkNvbG9yIjp7IiRpZCI6IjE5NjkiLCJBIjowLCJSIjoyNTUsIkciOjI1NSwiQiI6MjU1fX0sIklzVmlzaWJsZSI6dHJ1ZSwiV2lkdGgiOjAuMCwiSGVpZ2h0IjowLjAsIkJvcmRlclN0eWxlIjp7IiRpZCI6IjE5NzAiLCJMaW5lQ29sb3IiOm51bGwsIkxpbmVXZWlnaHQiOjAuMCwiTGluZVR5cGUiOjAsIlBhcmVudFN0eWxlIjpudWxsfSwiUGFyZW50U3R5bGUiOm51bGx9LCJEYXRlU3R5bGUiOnsiJGlkIjoiMTk3MSIsIkZvbnRTZXR0aW5ncyI6eyIkaWQiOiIxOTcyIiwiRm9udFNpemUiOjEwLCJGb250TmFtZSI6IkNhbGlicmkiLCJJc0JvbGQiOmZhbHNlLCJJc0l0YWxpYyI6ZmFsc2UsIklzVW5kZXJsaW5lZCI6ZmFsc2UsIlBhcmVudFN0eWxlIjpudWxsfSwiQXV0b1NpemUiOjAsIkZvcmVncm91bmQiOnsiJGlkIjoiMTk3MyIsIkNvbG9yIjp7IiRpZCI6IjE5Nz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zUiLCJUb3AiOjAuMCwiTGVmdCI6MC4wLCJSaWdodCI6MC4wLCJCb3R0b20iOjAuMH0sIlBhZGRpbmciOnsiJGlkIjoiMTk3NiIsIlRvcCI6MC4wLCJMZWZ0IjowLjAsIlJpZ2h0IjowLjAsIkJvdHRvbSI6MC4wfSwiQmFja2dyb3VuZCI6eyIkaWQiOiIxOTc3IiwiQ29sb3IiOnsiJGlkIjoiMTk3OCIsIkEiOjAsIlIiOjI1NSwiRyI6MjU1LCJCIjoyNTV9fSwiSXNWaXNpYmxlIjpmYWxzZSwiV2lkdGgiOjAuMCwiSGVpZ2h0IjowLjAsIkJvcmRlclN0eWxlIjp7IiRpZCI6IjE5NzkiLCJMaW5lQ29sb3IiOm51bGwsIkxpbmVXZWlnaHQiOjAuMCwiTGluZVR5cGUiOjAsIlBhcmVudFN0eWxlIjpudWxsfSwiUGFyZW50U3R5bGUiOm51bGx9LCJEYXRlRm9ybWF0Ijp7IiRpZCI6IjE5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4MSIsIkZvcm1hdCI6MCwiSXNWaXNpYmxlIjpmYWxzZSwiTGFzdEtub3duVmlzaWJpbGl0eVN0YXRlIjpmYWxzZX0sIklzVmlzaWJsZSI6dHJ1ZSwiUGFyZW50U3R5bGUiOm51bGx9LCJIeXBlcmxpbmsiOm51bGwsIkltcG9ydElkIjpudWxsfSx7IiRpZCI6IjE5ODIiLCJJZCI6IjQyYzFhMGNhLTBlYzctNDY4MC1hNThiLWJkM2M0OWY5MTI1YiIsIkluZGV4IjozMCwiR3JvdXBJZCI6bnVsbCwiVGl0bGUiOiJRdWFsaXR5IE1ldHJpY3MiLCJEYXRlVGltZSI6IjIwMjItMDUtMTlUMjM6NTk6MDAiLCJQZXJjZW50YWdlQ29tcGxldGUiOm51bGwsIk5vdGUiOm51bGwsIlN0eWxlIjp7IiRpZCI6IjE5ODMiLCJUaXRsZVBvc2l0aW9uIjoiTGVmdCIsIkRhdGVQb3NpdGlvbiI6IkxlZnQiLCJTaGFwZVR5cGUiOjYsIlNoYXBlU2l6ZSI6MywiU3BhY2luZyI6NSwiU2hhcGVTdHlsZSI6eyIkaWQiOiIxOTg0IiwiTWFyZ2luIjp7IiRpZCI6IjE5ODUiLCJUb3AiOjAuMCwiTGVmdCI6MC4wLCJSaWdodCI6MC4wLCJCb3R0b20iOjAuMH0sIlBhZGRpbmciOnsiJGlkIjoiMTk4NiIsIlRvcCI6MC4wLCJMZWZ0IjowLjAsIlJpZ2h0IjowLjAsIkJvdHRvbSI6MC4wfSwiQmFja2dyb3VuZCI6eyIkaWQiOiIxOTg3IiwiQ29sb3IiOnsiJGlkIjoiMTk4OCIsIkEiOjI1NSwiUiI6NjgsIkciOjExNCwiQiI6MTk2fX0sIklzVmlzaWJsZSI6dHJ1ZSwiV2lkdGgiOjE0LjY4MjUxOTkxMjcxOTcyNywiSGVpZ2h0IjoxNi4zMTM5MzYyMzM1MjA1MDgsIkJvcmRlclN0eWxlIjp7IiRpZCI6IjE5ODkiLCJMaW5lQ29sb3IiOm51bGwsIkxpbmVXZWlnaHQiOjAuMCwiTGluZVR5cGUiOjAsIlBhcmVudFN0eWxlIjpudWxsfSwiUGFyZW50U3R5bGUiOm51bGx9LCJUaXRsZVN0eWxlIjp7IiRpZCI6IjE5OTAiLCJGb250U2V0dGluZ3MiOnsiJGlkIjoiMTk5MSIsIkZvbnRTaXplIjoxMSwiRm9udE5hbWUiOiJDYWxpYnJpIiwiSXNCb2xkIjp0cnVlLCJJc0l0YWxpYyI6ZmFsc2UsIklzVW5kZXJsaW5lZCI6ZmFsc2UsIlBhcmVudFN0eWxlIjpudWxsfSwiQXV0b1NpemUiOjAsIkZvcmVncm91bmQiOnsiJGlkIjoiMTk5MiIsIkNvbG9yIjp7IiRpZCI6IjE5OTM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5NCIsIlRvcCI6MC4wLCJMZWZ0IjowLjAsIlJpZ2h0IjowLjAsIkJvdHRvbSI6MC4wfSwiUGFkZGluZyI6eyIkaWQiOiIxOTk1IiwiVG9wIjowLjAsIkxlZnQiOjAuMCwiUmlnaHQiOjAuMCwiQm90dG9tIjowLjB9LCJCYWNrZ3JvdW5kIjp7IiRpZCI6IjE5OTYiLCJDb2xvciI6eyIkaWQiOiIxOTk3IiwiQSI6MCwiUiI6MjU1LCJHIjoyNTUsIkIiOjI1NX19LCJJc1Zpc2libGUiOnRydWUsIldpZHRoIjowLjAsIkhlaWdodCI6MC4wLCJCb3JkZXJTdHlsZSI6eyIkaWQiOiIxOTk4IiwiTGluZUNvbG9yIjpudWxsLCJMaW5lV2VpZ2h0IjowLjAsIkxpbmVUeXBlIjowLCJQYXJlbnRTdHlsZSI6bnVsbH0sIlBhcmVudFN0eWxlIjpudWxsfSwiRGF0ZVN0eWxlIjp7IiRpZCI6IjE5OTkiLCJGb250U2V0dGluZ3MiOnsiJGlkIjoiMjAwMCIsIkZvbnRTaXplIjoxMCwiRm9udE5hbWUiOiJDYWxpYnJpIiwiSXNCb2xkIjpmYWxzZSwiSXNJdGFsaWMiOmZhbHNlLCJJc1VuZGVybGluZWQiOmZhbHNlLCJQYXJlbnRTdHlsZSI6bnVsbH0sIkF1dG9TaXplIjowLCJGb3JlZ3JvdW5kIjp7IiRpZCI6IjIwMDEiLCJDb2xvciI6eyIkaWQiOiIyMDA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DAzIiwiVG9wIjowLjAsIkxlZnQiOjAuMCwiUmlnaHQiOjAuMCwiQm90dG9tIjowLjB9LCJQYWRkaW5nIjp7IiRpZCI6IjIwMDQiLCJUb3AiOjAuMCwiTGVmdCI6MC4wLCJSaWdodCI6MC4wLCJCb3R0b20iOjAuMH0sIkJhY2tncm91bmQiOnsiJGlkIjoiMjAwNSIsIkNvbG9yIjp7IiRpZCI6IjIwMDYiLCJBIjowLCJSIjoyNTUsIkciOjI1NSwiQiI6MjU1fX0sIklzVmlzaWJsZSI6ZmFsc2UsIldpZHRoIjowLjAsIkhlaWdodCI6MC4wLCJCb3JkZXJTdHlsZSI6eyIkaWQiOiIyMDA3IiwiTGluZUNvbG9yIjpudWxsLCJMaW5lV2VpZ2h0IjowLjAsIkxpbmVUeXBlIjowLCJQYXJlbnRTdHlsZSI6bnVsbH0sIlBhcmVudFN0eWxlIjpudWxsfSwiRGF0ZUZvcm1hdCI6eyIkaWQiOiIyMDA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MDkiLCJGb3JtYXQiOjAsIklzVmlzaWJsZSI6ZmFsc2UsIkxhc3RLbm93blZpc2liaWxpdHlTdGF0ZSI6ZmFsc2V9LCJJc1Zpc2libGUiOnRydWUsIlBhcmVudFN0eWxlIjpudWxsfSwiSHlwZXJsaW5rIjpudWxsLCJJbXBvcnRJZCI6bnVsbH1dLCJJZCI6IjkzOTkzMGRkLWFkOWUtNGVmMC1iOTVhLTQyNTFmZjVkN2RkNSIsIklzU2luZ2xlSXRlbVJvdyI6ZmFsc2V9LHsiJGlkIjoiMjAxMCIsIl90YXNrcyI6W10sIl9taWxlc3RvbmVzIjpbeyIkaWQiOiIyMDExIiwiSWQiOiIwZmU2ZTZjNC1kMzQ5LTQyN2MtODFjYS1jY2Y1NzZiYTQ2MGMiLCJJbmRleCI6MzEsIkdyb3VwSWQiOm51bGwsIlRpdGxlIjoiQ29udmVyc2lvbiBNZXRyaWNzIiwiRGF0ZVRpbWUiOiIyMDIyLTEwLTE4VDIxOjU4OjAwIiwiUGVyY2VudGFnZUNvbXBsZXRlIjpudWxsLCJOb3RlIjpudWxsLCJTdHlsZSI6eyIkaWQiOiIyMDEyIiwiVGl0bGVQb3NpdGlvbiI6IkxlZnQiLCJEYXRlUG9zaXRpb24iOiJMZWZ0IiwiU2hhcGVUeXBlIjo2LCJTaGFwZVNpemUiOjMsIlNwYWNpbmciOjUsIlNoYXBlU3R5bGUiOnsiJGlkIjoiMjAxMyIsIk1hcmdpbiI6eyIkaWQiOiIyMDE0IiwiVG9wIjowLjAsIkxlZnQiOjAuMCwiUmlnaHQiOjAuMCwiQm90dG9tIjowLjB9LCJQYWRkaW5nIjp7IiRpZCI6IjIwMTUiLCJUb3AiOjAuMCwiTGVmdCI6MC4wLCJSaWdodCI6MC4wLCJCb3R0b20iOjAuMH0sIkJhY2tncm91bmQiOnsiJGlkIjoiMjAxNiIsIkNvbG9yIjp7IiRpZCI6IjIwMTciLCJBIjoyNTUsIlIiOjY4LCJHIjoxMTQsIkIiOjE5Nn19LCJJc1Zpc2libGUiOnRydWUsIldpZHRoIjoxNC42ODI1MTk5MTI3MTk3MjcsIkhlaWdodCI6MTYuMzEzOTM2MjMzNTIwNTA4LCJCb3JkZXJTdHlsZSI6eyIkaWQiOiIyMDE4IiwiTGluZUNvbG9yIjpudWxsLCJMaW5lV2VpZ2h0IjowLjAsIkxpbmVUeXBlIjowLCJQYXJlbnRTdHlsZSI6bnVsbH0sIlBhcmVudFN0eWxlIjpudWxsfSwiVGl0bGVTdHlsZSI6eyIkaWQiOiIyMDE5IiwiRm9udFNldHRpbmdzIjp7IiRpZCI6IjIwMjAiLCJGb250U2l6ZSI6MTEsIkZvbnROYW1lIjoiQ2FsaWJyaSIsIklzQm9sZCI6dHJ1ZSwiSXNJdGFsaWMiOmZhbHNlLCJJc1VuZGVybGluZWQiOmZhbHNlLCJQYXJlbnRTdHlsZSI6bnVsbH0sIkF1dG9TaXplIjowLCJGb3JlZ3JvdW5kIjp7IiRpZCI6IjIwMjEiLCJDb2xvciI6eyIkaWQiOiIyMDIy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IwMjMiLCJUb3AiOjAuMCwiTGVmdCI6MC4wLCJSaWdodCI6MC4wLCJCb3R0b20iOjAuMH0sIlBhZGRpbmciOnsiJGlkIjoiMjAyNCIsIlRvcCI6MC4wLCJMZWZ0IjowLjAsIlJpZ2h0IjowLjAsIkJvdHRvbSI6MC4wfSwiQmFja2dyb3VuZCI6eyIkaWQiOiIyMDI1IiwiQ29sb3IiOnsiJGlkIjoiMjAyNiIsIkEiOjAsIlIiOjI1NSwiRyI6MjU1LCJCIjoyNTV9fSwiSXNWaXNpYmxlIjp0cnVlLCJXaWR0aCI6MC4wLCJIZWlnaHQiOjAuMCwiQm9yZGVyU3R5bGUiOnsiJGlkIjoiMjAyNyIsIkxpbmVDb2xvciI6bnVsbCwiTGluZVdlaWdodCI6MC4wLCJMaW5lVHlwZSI6MCwiUGFyZW50U3R5bGUiOm51bGx9LCJQYXJlbnRTdHlsZSI6bnVsbH0sIkRhdGVTdHlsZSI6eyIkaWQiOiIyMDI4IiwiRm9udFNldHRpbmdzIjp7IiRpZCI6IjIwMjkiLCJGb250U2l6ZSI6MTAsIkZvbnROYW1lIjoiQ2FsaWJyaSIsIklzQm9sZCI6ZmFsc2UsIklzSXRhbGljIjpmYWxzZSwiSXNVbmRlcmxpbmVkIjpmYWxzZSwiUGFyZW50U3R5bGUiOm51bGx9LCJBdXRvU2l6ZSI6MCwiRm9yZWdyb3VuZCI6eyIkaWQiOiIyMDMwIiwiQ29sb3IiOnsiJGlkIjoiMjAz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AzMiIsIlRvcCI6MC4wLCJMZWZ0IjowLjAsIlJpZ2h0IjowLjAsIkJvdHRvbSI6MC4wfSwiUGFkZGluZyI6eyIkaWQiOiIyMDMzIiwiVG9wIjowLjAsIkxlZnQiOjAuMCwiUmlnaHQiOjAuMCwiQm90dG9tIjowLjB9LCJCYWNrZ3JvdW5kIjp7IiRpZCI6IjIwMzQiLCJDb2xvciI6eyIkaWQiOiIyMDM1IiwiQSI6MCwiUiI6MjU1LCJHIjoyNTUsIkIiOjI1NX19LCJJc1Zpc2libGUiOmZhbHNlLCJXaWR0aCI6MC4wLCJIZWlnaHQiOjAuMCwiQm9yZGVyU3R5bGUiOnsiJGlkIjoiMjAzNiIsIkxpbmVDb2xvciI6bnVsbCwiTGluZVdlaWdodCI6MC4wLCJMaW5lVHlwZSI6MCwiUGFyZW50U3R5bGUiOm51bGx9LCJQYXJlbnRTdHlsZSI6bnVsbH0sIkRhdGVGb3JtYXQiOnsiJGlkIjoiMjAz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M4IiwiRm9ybWF0IjowLCJJc1Zpc2libGUiOmZhbHNlLCJMYXN0S25vd25WaXNpYmlsaXR5U3RhdGUiOmZhbHNlfSwiSXNWaXNpYmxlIjp0cnVlLCJQYXJlbnRTdHlsZSI6bnVsbH0sIkh5cGVybGluayI6bnVsbCwiSW1wb3J0SWQiOm51bGx9LHsiJGlkIjoiMjAzOSIsIklkIjoiNzY5NTYxN2EtMTRhOC00Yzk1LWEyNjktYzZjZDRiNGYzMzVhIiwiSW5kZXgiOjMyLCJHcm91cElkIjpudWxsLCJUaXRsZSI6IlJlYWwtdGltZSBSZXBvcnRpbmciLCJEYXRlVGltZSI6IjIwMjItMTItMjFUMDA6MDA6MDAiLCJQZXJjZW50YWdlQ29tcGxldGUiOm51bGwsIk5vdGUiOm51bGwsIlN0eWxlIjp7IiRpZCI6IjIwNDAiLCJUaXRsZVBvc2l0aW9uIjoiTGVmdCIsIkRhdGVQb3NpdGlvbiI6IkxlZnQiLCJTaGFwZVR5cGUiOjYsIlNoYXBlU2l6ZSI6MywiU3BhY2luZyI6NSwiU2hhcGVTdHlsZSI6eyIkaWQiOiIyMDQxIiwiTWFyZ2luIjp7IiRpZCI6IjIwNDIiLCJUb3AiOjAuMCwiTGVmdCI6MC4wLCJSaWdodCI6MC4wLCJCb3R0b20iOjAuMH0sIlBhZGRpbmciOnsiJGlkIjoiMjA0MyIsIlRvcCI6MC4wLCJMZWZ0IjowLjAsIlJpZ2h0IjowLjAsIkJvdHRvbSI6MC4wfSwiQmFja2dyb3VuZCI6eyIkaWQiOiIyMDQ0IiwiQ29sb3IiOnsiJGlkIjoiMjA0NSIsIkEiOjI1NSwiUiI6NjgsIkciOjExNCwiQiI6MTk2fX0sIklzVmlzaWJsZSI6dHJ1ZSwiV2lkdGgiOjE0LjY4MjUxOTkxMjcxOTcyNywiSGVpZ2h0IjoxNi4zMTM5MzYyMzM1MjA1MDgsIkJvcmRlclN0eWxlIjp7IiRpZCI6IjIwNDYiLCJMaW5lQ29sb3IiOm51bGwsIkxpbmVXZWlnaHQiOjAuMCwiTGluZVR5cGUiOjAsIlBhcmVudFN0eWxlIjpudWxsfSwiUGFyZW50U3R5bGUiOm51bGx9LCJUaXRsZVN0eWxlIjp7IiRpZCI6IjIwNDciLCJGb250U2V0dGluZ3MiOnsiJGlkIjoiMjA0OCIsIkZvbnRTaXplIjoxMSwiRm9udE5hbWUiOiJDYWxpYnJpIiwiSXNCb2xkIjp0cnVlLCJJc0l0YWxpYyI6ZmFsc2UsIklzVW5kZXJsaW5lZCI6ZmFsc2UsIlBhcmVudFN0eWxlIjpudWxsfSwiQXV0b1NpemUiOjAsIkZvcmVncm91bmQiOnsiJGlkIjoiMjA0OSIsIkNvbG9yIjp7IiRpZCI6IjIwNTA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A1MSIsIlRvcCI6MC4wLCJMZWZ0IjowLjAsIlJpZ2h0IjowLjAsIkJvdHRvbSI6MC4wfSwiUGFkZGluZyI6eyIkaWQiOiIyMDUyIiwiVG9wIjowLjAsIkxlZnQiOjAuMCwiUmlnaHQiOjAuMCwiQm90dG9tIjowLjB9LCJCYWNrZ3JvdW5kIjp7IiRpZCI6IjIwNTMiLCJDb2xvciI6eyIkaWQiOiIyMDU0IiwiQSI6MCwiUiI6MjU1LCJHIjoyNTUsIkIiOjI1NX19LCJJc1Zpc2libGUiOnRydWUsIldpZHRoIjowLjAsIkhlaWdodCI6MC4wLCJCb3JkZXJTdHlsZSI6eyIkaWQiOiIyMDU1IiwiTGluZUNvbG9yIjpudWxsLCJMaW5lV2VpZ2h0IjowLjAsIkxpbmVUeXBlIjowLCJQYXJlbnRTdHlsZSI6bnVsbH0sIlBhcmVudFN0eWxlIjpudWxsfSwiRGF0ZVN0eWxlIjp7IiRpZCI6IjIwNTYiLCJGb250U2V0dGluZ3MiOnsiJGlkIjoiMjA1NyIsIkZvbnRTaXplIjoxMCwiRm9udE5hbWUiOiJDYWxpYnJpIiwiSXNCb2xkIjpmYWxzZSwiSXNJdGFsaWMiOmZhbHNlLCJJc1VuZGVybGluZWQiOmZhbHNlLCJQYXJlbnRTdHlsZSI6bnVsbH0sIkF1dG9TaXplIjowLCJGb3JlZ3JvdW5kIjp7IiRpZCI6IjIwNTgiLCJDb2xvciI6eyIkaWQiOiIyMDU5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DYwIiwiVG9wIjowLjAsIkxlZnQiOjAuMCwiUmlnaHQiOjAuMCwiQm90dG9tIjowLjB9LCJQYWRkaW5nIjp7IiRpZCI6IjIwNjEiLCJUb3AiOjAuMCwiTGVmdCI6MC4wLCJSaWdodCI6MC4wLCJCb3R0b20iOjAuMH0sIkJhY2tncm91bmQiOnsiJGlkIjoiMjA2MiIsIkNvbG9yIjp7IiRpZCI6IjIwNjMiLCJBIjowLCJSIjoyNTUsIkciOjI1NSwiQiI6MjU1fX0sIklzVmlzaWJsZSI6ZmFsc2UsIldpZHRoIjowLjAsIkhlaWdodCI6MC4wLCJCb3JkZXJTdHlsZSI6eyIkaWQiOiIyMDY0IiwiTGluZUNvbG9yIjpudWxsLCJMaW5lV2VpZ2h0IjowLjAsIkxpbmVUeXBlIjowLCJQYXJlbnRTdHlsZSI6bnVsbH0sIlBhcmVudFN0eWxlIjpudWxsfSwiRGF0ZUZvcm1hdCI6eyIkaWQiOiIyMD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jYiLCJGb3JtYXQiOjAsIklzVmlzaWJsZSI6ZmFsc2UsIkxhc3RLbm93blZpc2liaWxpdHlTdGF0ZSI6ZmFsc2V9LCJJc1Zpc2libGUiOnRydWUsIlBhcmVudFN0eWxlIjpudWxsfSwiSHlwZXJsaW5rIjpudWxsLCJJbXBvcnRJZCI6bnVsbH1dLCJJZCI6ImJjMjg5MmYxLWQ0MGUtNGYwNS1hOTNjLWM5ZDY1MmEzOGQwNSIsIklzU2luZ2xlSXRlbVJvdyI6ZmFsc2V9XSwiSW5kZXgiOjAsIklkIjoiOWQwNzllZjgtMWIwNC00YmE5LWJiNWItNzBjMjU5MGVhODhiIiwiSGVhZGVyVGV4dCI6IiIsIklzRGVmYXVsdCI6dHJ1ZSwiU3R5bGUiOnsiJGlkIjoiMjA2NyIsIkhlYWRlclN0eWxlIjp7IiRpZCI6IjIwNjgiLCJUZXh0U3R5bGUiOnsiJGlkIjoiMjA2OSIsIkZvbnRTZXR0aW5ncyI6eyIkaWQiOiIyMDcwIiwiRm9udFNpemUiOjExLCJGb250TmFtZSI6IkNhbGlicmkiLCJJc0JvbGQiOmZhbHNlLCJJc0l0YWxpYyI6ZmFsc2UsIklzVW5kZXJsaW5lZCI6ZmFsc2UsIlBhcmVudFN0eWxlIjpudWxsfSwiQXV0b1NpemUiOjIsIkZvcmVncm91bmQiOnsiJGlkIjoiMjA3MSIsIkNvbG9yIjp7IiRpZCI6IjIwNzIiLCJBIjoyNTUsIlIiOjAsIkciOjAsIkIiOjB9fSwiTWF4V2lkdGgiOjAuMCwiTWF4SGVpZ2h0IjoiSW5maW5pdHkiLCJTbWFydEZvcmVncm91bmRJc0FjdGl2ZSI6ZmFsc2UsIkhvcml6b250YWxBbGlnbm1lbnQiOjAsIlZlcnRpY2FsQWxpZ25tZW50IjowLCJTbWFydEZvcmVncm91bmQiOm51bGwsIkJhY2tncm91bmRGaWxsVHlwZSI6MCwiTWFyZ2luIjp7IiRpZCI6IjIwNzMiLCJUb3AiOjAuMCwiTGVmdCI6MC4wLCJSaWdodCI6MC4wLCJCb3R0b20iOjAuMH0sIlBhZGRpbmciOnsiJGlkIjoiMjA3NCIsIlRvcCI6MC4wLCJMZWZ0IjowLjAsIlJpZ2h0IjowLjAsIkJvdHRvbSI6MC4wfSwiQmFja2dyb3VuZCI6bnVsbCwiSXNWaXNpYmxlIjp0cnVlLCJXaWR0aCI6MC4wLCJIZWlnaHQiOjAuMCwiQm9yZGVyU3R5bGUiOm51bGwsIlBhcmVudFN0eWxlIjpudWxsfSwiUmVjdGFuZ2xlU3R5bGUiOnsiJGlkIjoiMjA3NSIsIk1hcmdpbiI6eyIkaWQiOiIyMDc2IiwiVG9wIjowLjAsIkxlZnQiOjAuMCwiUmlnaHQiOjAuMCwiQm90dG9tIjowLjB9LCJQYWRkaW5nIjp7IiRpZCI6IjIwNzciLCJUb3AiOjAuMCwiTGVmdCI6MC4wLCJSaWdodCI6MC4wLCJCb3R0b20iOjAuMH0sIkJhY2tncm91bmQiOnsiJGlkIjoiMjA3OCIsIkNvbG9yIjp7IiRpZCI6IjIwNzkiLCJBIjo2MywiUiI6NjgsIkciOjExNCwiQiI6MTk2fX0sIklzVmlzaWJsZSI6dHJ1ZSwiV2lkdGgiOjAuMCwiSGVpZ2h0IjowLjAsIkJvcmRlclN0eWxlIjp7IiRpZCI6IjIwODAiLCJMaW5lQ29sb3IiOnsiJGlkIjoiMjA4MSIsIiR0eXBlIjoiTkxSRS5Db21tb24uRG9tLlNvbGlkQ29sb3JCcnVzaCwgTkxSRS5Db21tb24iLCJDb2xvciI6eyIkaWQiOiIyMDgyIiwiQSI6MjU1LCJSIjoyNTUsIkciOjAsIkIiOjB9fSwiTGluZVdlaWdodCI6MC4wLCJMaW5lVHlwZSI6MCwiUGFyZW50U3R5bGUiOm51bGx9LCJQYXJlbnRTdHlsZSI6bnVsbH0sIk1hcmdpbiI6eyIkaWQiOiIyMDgzIiwiVG9wIjowLjAsIkxlZnQiOjAuMCwiUmlnaHQiOjAuMCwiQm90dG9tIjowLjB9LCJQYWRkaW5nIjp7IiRpZCI6IjIwODQiLCJUb3AiOjAuMCwiTGVmdCI6MC4wLCJSaWdodCI6MC4wLCJCb3R0b20iOjAuMH0sIkJhY2tncm91bmQiOm51bGwsIklzVmlzaWJsZSI6dHJ1ZSwiV2lkdGgiOjAuMCwiSGVpZ2h0IjowLjAsIkJvcmRlclN0eWxlIjpudWxsLCJQYXJlbnRTdHlsZSI6bnVsbH0sIkJhY2tncm91bmRTdHlsZSI6eyIkaWQiOiIyMDg1IiwiTWFyZ2luIjp7IiRpZCI6IjIwODYiLCJUb3AiOjAuMCwiTGVmdCI6MC4wLCJSaWdodCI6MC4wLCJCb3R0b20iOjAuMH0sIlBhZGRpbmciOnsiJGlkIjoiMjA4NyIsIlRvcCI6MC4wLCJMZWZ0IjowLjAsIlJpZ2h0IjowLjAsIkJvdHRvbSI6MC4wfSwiQmFja2dyb3VuZCI6eyIkaWQiOiIyMDg4IiwiQ29sb3IiOnsiJGlkIjoiMjA4OSIsIkEiOjM4LCJSIjo2OCwiRyI6MTE0LCJCIjoxOTZ9fSwiSXNWaXNpYmxlIjp0cnVlLCJXaWR0aCI6MC4wLCJIZWlnaHQiOjAuMCwiQm9yZGVyU3R5bGUiOnsiJGlkIjoiMjA5MCIsIkxpbmVDb2xvciI6eyIkaWQiOiIyMDkxIiwiJHR5cGUiOiJOTFJFLkNvbW1vbi5Eb20uU29saWRDb2xvckJydXNoLCBOTFJFLkNvbW1vbiIsIkNvbG9yIjp7IiRpZCI6IjIwOTIiLCJBIjoyNTUsIlIiOjIzNCwiRyI6MjIsIkIiOjMwfX0sIkxpbmVXZWlnaHQiOjAuMCwiTGluZVR5cGUiOjAsIlBhcmVudFN0eWxlIjpudWxsfSwiUGFyZW50U3R5bGUiOm51bGx9LCJNYXJnaW4iOnsiJGlkIjoiMjA5MyIsIlRvcCI6MC4wLCJMZWZ0IjowLjAsIlJpZ2h0IjowLjAsIkJvdHRvbSI6MC4wfSwiUGFkZGluZyI6eyIkaWQiOiIyMDk0IiwiVG9wIjowLjAsIkxlZnQiOjAuMCwiUmlnaHQiOjAuMCwiQm90dG9tIjowLjB9LCJJc1Zpc2libGUiOnRydWUsIldpZHRoIjowLjAsIkhlaWdodCI6MC4wLCJCb3JkZXJTdHlsZSI6eyIkaWQiOiIyMDk1IiwiTGluZUNvbG9yIjpudWxsLCJMaW5lV2VpZ2h0IjowLjAsIkxpbmVUeXBlIjowLCJQYXJlbnRTdHlsZSI6bnVsbH0sIlBhcmVudFN0eWxlIjpudWxsfX1dLCJJZCI6ImE4OGYxNDVlLTRkMjgtNDQyMC1hMmJhLWE2ODVhZjA4NTU0NiIsIkluZGV4IjozLCJIZWFkZXJUZXh0IjoiQnVzaW5lc3MgSW50ZWxsaWdlbmNlIiwiU3R5bGUiOnsiJGlkIjoiMjA5NiIsIlN0eWxlSWQiOiIwMDAwMDAwMC0wMDAwLTAwMDAtMDAwMC0wMDAwMDAwMDAwMDAiLCJIZWFkZXJTdHlsZSI6eyIkaWQiOiIyMDk3IiwiVGV4dElzVmVydGljYWwiOmZhbHNlLCJUZXh0U3R5bGUiOnsiJGlkIjoiMjA5OCIsIkZvbnRTZXR0aW5ncyI6eyIkaWQiOiIyMDk5IiwiRm9udFNpemUiOjEyLCJGb250TmFtZSI6IkNhbGlicmkiLCJJc0JvbGQiOnRydWUsIklzSXRhbGljIjpmYWxzZSwiSXNVbmRlcmxpbmVkIjpmYWxzZSwiUGFyZW50U3R5bGUiOm51bGx9LCJBdXRvU2l6ZSI6MiwiRm9yZWdyb3VuZCI6eyIkaWQiOiIyMTAwIiwiQ29sb3IiOnsiJGlkIjoiMjEwMSIsIkEiOjI1NSwiUiI6MjU1LCJHIjoyNTUsIkIiOjI1NX19LCJNYXhXaWR0aCI6ODYuODgwMDAwMDAwMDAwMDEsIk1heEhlaWdodCI6IkluZmluaXR5IiwiU21hcnRGb3JlZ3JvdW5kSXNBY3RpdmUiOmZhbHNlLCJIb3Jpem9udGFsQWxpZ25tZW50IjowLCJWZXJ0aWNhbEFsaWdubWVudCI6MCwiU21hcnRGb3JlZ3JvdW5kIjpudWxsLCJCYWNrZ3JvdW5kRmlsbFR5cGUiOjAsIk1hcmdpbiI6eyIkaWQiOiIyMTAyIiwiVG9wIjowLjAsIkxlZnQiOjAuMCwiUmlnaHQiOjAuMCwiQm90dG9tIjowLjB9LCJQYWRkaW5nIjp7IiRpZCI6IjIxMDMiLCJUb3AiOjAuMCwiTGVmdCI6MC4wLCJSaWdodCI6MC4wLCJCb3R0b20iOjAuMH0sIkJhY2tncm91bmQiOm51bGwsIklzVmlzaWJsZSI6ZmFsc2UsIldpZHRoIjowLjAsIkhlaWdodCI6MC4wLCJCb3JkZXJTdHlsZSI6bnVsbCwiUGFyZW50U3R5bGUiOm51bGx9LCJSZWN0YW5nbGVTdHlsZSI6eyIkaWQiOiIyMTA0IiwiTWFyZ2luIjp7IiRpZCI6IjIxMDUiLCJUb3AiOjAuMCwiTGVmdCI6MC4wLCJSaWdodCI6MC4wLCJCb3R0b20iOjAuMH0sIlBhZGRpbmciOnsiJGlkIjoiMjEwNiIsIlRvcCI6MC4wLCJMZWZ0IjowLjAsIlJpZ2h0IjowLjAsIkJvdHRvbSI6MC4wfSwiQmFja2dyb3VuZCI6eyIkaWQiOiIyMTA3IiwiQ29sb3IiOnsiJGlkIjoiMjEwOCIsIkEiOjI1NSwiUiI6NjgsIkciOjExNCwiQiI6MTk2fX0sIklzVmlzaWJsZSI6dHJ1ZSwiV2lkdGgiOjAuMCwiSGVpZ2h0IjowLjAsIkJvcmRlclN0eWxlIjp7IiRpZCI6IjIxMDkiLCJMaW5lQ29sb3IiOnsiJGlkIjoiMjExMCIsIiR0eXBlIjoiTkxSRS5Db21tb24uRG9tLlNvbGlkQ29sb3JCcnVzaCwgTkxSRS5Db21tb24iLCJDb2xvciI6eyIkaWQiOiIyMTExIiwiQSI6MjU1LCJSIjo4OCwiRyI6MzksIkIiOjd9fSwiTGluZVdlaWdodCI6MC4wLCJMaW5lVHlwZSI6MCwiUGFyZW50U3R5bGUiOm51bGx9LCJQYXJlbnRTdHlsZSI6bnVsbH0sIk1hcmdpbiI6eyIkaWQiOiIyMTEyIiwiVG9wIjowLjAsIkxlZnQiOjAuMCwiUmlnaHQiOjAuMCwiQm90dG9tIjowLjB9LCJQYWRkaW5nIjp7IiRpZCI6IjIxMTMiLCJUb3AiOjAuMCwiTGVmdCI6MC4wLCJSaWdodCI6MC4wLCJCb3R0b20iOjAuMH0sIkJhY2tncm91bmQiOm51bGwsIklzVmlzaWJsZSI6dHJ1ZSwiV2lkdGgiOjAuMCwiSGVpZ2h0IjowLjAsIkJvcmRlclN0eWxlIjpudWxsLCJQYXJlbnRTdHlsZSI6bnVsbH0sIkJhY2tncm91bmRTdHlsZSI6eyIkaWQiOiIyMTE0IiwiTWFyZ2luIjp7IiRpZCI6IjIxMTUiLCJUb3AiOjAuMCwiTGVmdCI6MC4wLCJSaWdodCI6MC4wLCJCb3R0b20iOjAuMH0sIlBhZGRpbmciOnsiJGlkIjoiMjExNiIsIlRvcCI6MC4wLCJMZWZ0IjowLjAsIlJpZ2h0IjowLjAsIkJvdHRvbSI6MC4wfSwiQmFja2dyb3VuZCI6eyIkaWQiOiIyMTE3IiwiQ29sb3IiOnsiJGlkIjoiMjExOCIsIkEiOjM4LCJSIjo2OCwiRyI6MTE0LCJCIjoxOTZ9fSwiSXNWaXNpYmxlIjp0cnVlLCJXaWR0aCI6MC4wLCJIZWlnaHQiOjAuMCwiQm9yZGVyU3R5bGUiOnsiJGlkIjoiMjExOSIsIkxpbmVDb2xvciI6eyIkaWQiOiIyMTIwIiwiJHR5cGUiOiJOTFJFLkNvbW1vbi5Eb20uU29saWRDb2xvckJydXNoLCBOTFJFLkNvbW1vbiIsIkNvbG9yIjp7IiRpZCI6IjIxMjEiLCJBIjoyNTUsIlIiOjg4LCJHIjozOSwiQiI6N319LCJMaW5lV2VpZ2h0IjowLjAsIkxpbmVUeXBlIjowLCJQYXJlbnRTdHlsZSI6bnVsbH0sIlBhcmVudFN0eWxlIjpudWxsfSwiSXNBYm92ZVRpbWViYW5kIjpmYWxzZSwiU3BhY2luZyI6NSwiRGVmYXVsdFN3aW1sYW5lVGFza1N0eWxlIjp7IiRpZCI6IjIxMjIiLCIkdHlwZSI6Ik5MUkUuQ29tbW9uLkRvbS5TdHlsZXMuRXhwbGljaXRTZXRhYmxlVGFza1N0eWxlLCBOTFJFLkNvbW1vbiIsIlNoYXBlIjo3LCJTaGFwZVRoaWNrbmVzcyI6MCwiRHVyYXRpb25Gb3JtYXQiOjUsIkluY2x1ZGVOb25Xb3JraW5nRGF5c0luRHVyYXRpb24iOmZhbHNlLCJQZXJjZW50YWdlQ29tcGxldGVTdHlsZSI6eyIkaWQiOiIyMTIzIiwiRm9udFNldHRpbmdzIjp7IiRpZCI6IjIxMjQiLCJGb250U2l6ZSI6MTAsIkZvbnROYW1lIjoiQ2FsaWJyaSIsIklzQm9sZCI6ZmFsc2UsIklzSXRhbGljIjpmYWxzZSwiSXNVbmRlcmxpbmVkIjpmYWxzZSwiUGFyZW50U3R5bGUiOm51bGx9LCJBdXRvU2l6ZSI6MCwiRm9yZWdyb3VuZCI6eyIkaWQiOiIyMTI1IiwiQ29sb3IiOnsiJGlkIjoiMjEy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MjciLCJUb3AiOjAuMCwiTGVmdCI6MC4wLCJSaWdodCI6MC4wLCJCb3R0b20iOjAuMH0sIlBhZGRpbmciOnsiJGlkIjoiMjEyOCIsIlRvcCI6MC4wLCJMZWZ0IjowLjAsIlJpZ2h0IjowLjAsIkJvdHRvbSI6MC4wfSwiQmFja2dyb3VuZCI6eyIkaWQiOiIyMTI5IiwiQ29sb3IiOnsiJGlkIjoiMjEzMCIsIkEiOjg5LCJSIjowLCJHIjowLCJCIjowfX0sIklzVmlzaWJsZSI6dHJ1ZSwiV2lkdGgiOjAuMCwiSGVpZ2h0IjowLjAsIkJvcmRlclN0eWxlIjp7IiRpZCI6IjIxMzEiLCJMaW5lQ29sb3IiOm51bGwsIkxpbmVXZWlnaHQiOjAuMCwiTGluZVR5cGUiOjAsIlBhcmVudFN0eWxlIjpudWxsfSwiUGFyZW50U3R5bGUiOm51bGx9LCJEdXJhdGlvblN0eWxlIjp7IiRpZCI6IjIxMzIiLCJGb250U2V0dGluZ3MiOnsiJGlkIjoiMjEzMyIsIkZvbnRTaXplIjoxMCwiRm9udE5hbWUiOiJDYWxpYnJpIiwiSXNCb2xkIjpmYWxzZSwiSXNJdGFsaWMiOmZhbHNlLCJJc1VuZGVybGluZWQiOmZhbHNlLCJQYXJlbnRTdHlsZSI6bnVsbH0sIkF1dG9TaXplIjowLCJGb3JlZ3JvdW5kIjp7IiRpZCI6IjIxMzQiLCJDb2xvciI6eyIkaWQiOiIyMTM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zNiIsIlRvcCI6MC4wLCJMZWZ0IjowLjAsIlJpZ2h0IjowLjAsIkJvdHRvbSI6MC4wfSwiUGFkZGluZyI6eyIkaWQiOiIyMTM3IiwiVG9wIjowLjAsIkxlZnQiOjAuMCwiUmlnaHQiOjAuMCwiQm90dG9tIjowLjB9LCJCYWNrZ3JvdW5kIjp7IiRpZCI6IjIxMzgiLCJDb2xvciI6eyIkcmVmIjoiMjEzMCJ9fSwiSXNWaXNpYmxlIjp0cnVlLCJXaWR0aCI6MC4wLCJIZWlnaHQiOjAuMCwiQm9yZGVyU3R5bGUiOnsiJGlkIjoiMjEzOSIsIkxpbmVDb2xvciI6bnVsbCwiTGluZVdlaWdodCI6MC4wLCJMaW5lVHlwZSI6MCwiUGFyZW50U3R5bGUiOm51bGx9LCJQYXJlbnRTdHlsZSI6bnVsbH0sIkhvcml6b250YWxDb25uZWN0b3JTdHlsZSI6eyIkaWQiOiIyMTQwIiwiTGluZUNvbG9yIjp7IiRpZCI6IjIxNDEiLCIkdHlwZSI6Ik5MUkUuQ29tbW9uLkRvbS5Tb2xpZENvbG9yQnJ1c2gsIE5MUkUuQ29tbW9uIiwiQ29sb3IiOnsiJGlkIjoiMjE0MiIsIkEiOjI1NSwiUiI6MjA0LCJHIjoyMDQsIkIiOjIwNH19LCJMaW5lV2VpZ2h0IjoxLjAsIkxpbmVUeXBlIjowLCJQYXJlbnRTdHlsZSI6bnVsbH0sIlZlcnRpY2FsQ29ubmVjdG9yU3R5bGUiOnsiJGlkIjoiMjE0MyIsIkxpbmVDb2xvciI6eyIkaWQiOiIyMTQ0IiwiJHR5cGUiOiJOTFJFLkNvbW1vbi5Eb20uU29saWRDb2xvckJydXNoLCBOTFJFLkNvbW1vbiIsIkNvbG9yIjp7IiRpZCI6IjIxNDUiLCJBIjoyNTUsIlIiOjIwNCwiRyI6MjA0LCJCIjoyMDR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ywiSXNCZWxvd1RpbWViYW5kIjp0cnVlLCJQZXJjZW50YWdlQ29tcGxldGVTaGFwZU9wYWNpdHkiOjM1LCJTaGFwZVN0eWxlIjp7IiRpZCI6IjIxNDYiLCJNYXJnaW4iOnsiJGlkIjoiMjE0NyIsIlRvcCI6MC4wLCJMZWZ0Ijo0LjAsIlJpZ2h0Ijo0LjAsIkJvdHRvbSI6MC4wfSwiUGFkZGluZyI6eyIkaWQiOiIyMTQ4IiwiVG9wIjowLjAsIkxlZnQiOjAuMCwiUmlnaHQiOjAuMCwiQm90dG9tIjowLjB9LCJCYWNrZ3JvdW5kIjp7IiRpZCI6IjIxNDkiLCJDb2xvciI6eyIkaWQiOiIyMTUwIiwiQSI6MjU1LCJSIjo2OCwiRyI6MTE0LCJCIjoxOTZ9fSwiSXNWaXNpYmxlIjp0cnVlLCJXaWR0aCI6MC4wLCJIZWlnaHQiOjEwLjAsIkJvcmRlclN0eWxlIjp7IiRpZCI6IjIxNTEiLCJMaW5lQ29sb3IiOnsiJGlkIjoiMjE1MiIsIiR0eXBlIjoiTkxSRS5Db21tb24uRG9tLlNvbGlkQ29sb3JCcnVzaCwgTkxSRS5Db21tb24iLCJDb2xvciI6eyIkaWQiOiIyMTUzIiwiQSI6MjU1LCJSIjoyMzQsIkciOjIyLCJCIjozMH19LCJMaW5lV2VpZ2h0IjowLjAsIkxpbmVUeXBlIjowLCJQYXJlbnRTdHlsZSI6bnVsbH0sIlBhcmVudFN0eWxlIjpudWxsfSwiVGl0bGVTdHlsZSI6eyIkaWQiOiIyMTU0IiwiRm9udFNldHRpbmdzIjp7IiRpZCI6IjIxNTUiLCJGb250U2l6ZSI6MTEsIkZvbnROYW1lIjoiQ2FsaWJyaSIsIklzQm9sZCI6dHJ1ZSwiSXNJdGFsaWMiOmZhbHNlLCJJc1VuZGVybGluZWQiOmZhbHNlLCJQYXJlbnRTdHlsZSI6bnVsbH0sIkF1dG9TaXplIjowLCJGb3JlZ3JvdW5kIjp7IiRpZCI6IjIxNTYiLCJDb2xvciI6eyIkaWQiOiIyMTU3IiwiQSI6MjU1LCJSIjowLCJHIjowLCJCIjowfX0sIk1heFdpZHRoIjo5NjAuMCwiTWF4SGVpZ2h0IjoiSW5maW5pdHkiLCJTbWFydEZvcmVncm91bmRJc0FjdGl2ZSI6ZmFsc2UsIkhvcml6b250YWxBbGlnbm1lbnQiOjIsIlZlcnRpY2FsQWxpZ25tZW50IjowLCJTbWFydEZvcmVncm91bmQiOm51bGwsIkJhY2tncm91bmRGaWxsVHlwZSI6MCwiTWFyZ2luIjp7IiRpZCI6IjIxNTgiLCJUb3AiOjAuMCwiTGVmdCI6MC4wLCJSaWdodCI6MC4wLCJCb3R0b20iOjAuMH0sIlBhZGRpbmciOnsiJGlkIjoiMjE1OSIsIlRvcCI6MC4wLCJMZWZ0IjowLjAsIlJpZ2h0IjowLjAsIkJvdHRvbSI6MC4wfSwiQmFja2dyb3VuZCI6eyIkaWQiOiIyMTYwIiwiQ29sb3IiOnsiJHJlZiI6IjIxMzAifX0sIklzVmlzaWJsZSI6dHJ1ZSwiV2lkdGgiOjAuMCwiSGVpZ2h0IjowLjAsIkJvcmRlclN0eWxlIjp7IiRpZCI6IjIxNjEiLCJMaW5lQ29sb3IiOm51bGwsIkxpbmVXZWlnaHQiOjAuMCwiTGluZVR5cGUiOjAsIlBhcmVudFN0eWxlIjpudWxsfSwiUGFyZW50U3R5bGUiOm51bGx9LCJEYXRlU3R5bGUiOnsiJGlkIjoiMjE2MiIsIkZvbnRTZXR0aW5ncyI6eyIkaWQiOiIyMTYzIiwiRm9udFNpemUiOjEwLCJGb250TmFtZSI6IkNhbGlicmkiLCJJc0JvbGQiOmZhbHNlLCJJc0l0YWxpYyI6ZmFsc2UsIklzVW5kZXJsaW5lZCI6ZmFsc2UsIlBhcmVudFN0eWxlIjpudWxsfSwiQXV0b1NpemUiOjAsIkZvcmVncm91bmQiOnsiJGlkIjoiMjE2NCIsIkNvbG9yIjp7IiRpZCI6IjIxN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xNjYiLCJUb3AiOjAuMCwiTGVmdCI6MC4wLCJSaWdodCI6MC4wLCJCb3R0b20iOjAuMH0sIlBhZGRpbmciOnsiJGlkIjoiMjE2NyIsIlRvcCI6MC4wLCJMZWZ0IjowLjAsIlJpZ2h0IjowLjAsIkJvdHRvbSI6MC4wfSwiQmFja2dyb3VuZCI6eyIkaWQiOiIyMTY4IiwiQ29sb3IiOnsiJHJlZiI6IjIxMzAifX0sIklzVmlzaWJsZSI6dHJ1ZSwiV2lkdGgiOjAuMCwiSGVpZ2h0IjowLjAsIkJvcmRlclN0eWxlIjp7IiRpZCI6IjIxNjkiLCJMaW5lQ29sb3IiOm51bGwsIkxpbmVXZWlnaHQiOjAuMCwiTGluZVR5cGUiOjAsIlBhcmVudFN0eWxlIjpudWxsfSwiUGFyZW50U3R5bGUiOm51bGx9LCJEYXRlRm9ybWF0Ijp7IiRpZCI6IjIx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3MSIsIkZvcm1hdCI6MCwiSXNWaXNpYmxlIjpmYWxzZSwiTGFzdEtub3duVmlzaWJpbGl0eVN0YXRlIjpmYWxzZX0sIklzVmlzaWJsZSI6dHJ1ZSwiUGFyZW50U3R5bGUiOm51bGwsIl9leHBsaWNpdGx5U2V0Ijp7IiRpZCI6IjIxNzI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E3MyIsIlNoYXBlIjowLCJDb25uZWN0b3JNYXJnaW4iOnsiJGlkIjoiMjE3NCIsIlRvcCI6MC4wLCJMZWZ0IjoyLjAsIlJpZ2h0IjoyLjAsIkJvdHRvbSI6MC4wfSwiQ29ubmVjdG9yU3R5bGUiOnsiJGlkIjoiMjE3NSIsIkxpbmVDb2xvciI6eyIkaWQiOiIyMTc2IiwiJHR5cGUiOiJOTFJFLkNvbW1vbi5Eb20uU29saWRDb2xvckJydXNoLCBOTFJFLkNvbW1vbiIsIkNvbG9yIjp7IiRpZCI6IjIxNzciLCJBIjoxMjcsIlIiOjc5LCJHIjoxMjksIkIiOjE4OX19LCJMaW5lV2VpZ2h0IjoxLjAsIkxpbmVUeXBlIjowLCJQYXJlbnRTdHlsZSI6bnVsbH0sIklzQmVsb3dUaW1lYmFuZCI6ZmFsc2UsIlBvc2l0aW9uT25UYXNrIjoxLCJIaWRlRGF0ZSI6ZmFsc2UsIlNoYXBlU2l6ZSI6MSwiU3BhY2luZyI6MS4wLCJQYWRkaW5nIjp7IiRpZCI6IjIxNzgiLCJUb3AiOjcuMCwiTGVmdCI6My4wLCJSaWdodCI6MC4wLCJCb3R0b20iOjIuMH0sIlNoYXBlU3R5bGUiOnsiJGlkIjoiMjE3OSIsIk1hcmdpbiI6eyIkaWQiOiIyMTgwIiwiVG9wIjowLjAsIkxlZnQiOjAuMCwiUmlnaHQiOjAuMCwiQm90dG9tIjowLjB9LCJQYWRkaW5nIjp7IiRpZCI6IjIxODEiLCJUb3AiOjAuMCwiTGVmdCI6MC4wLCJSaWdodCI6MC4wLCJCb3R0b20iOjAuMH0sIkJhY2tncm91bmQiOnsiJGlkIjoiMjE4MiIsIkNvbG9yIjp7IiRpZCI6IjIxODMiLCJBIjoyNTUsIlIiOjY4LCJHIjoxMTQsIkIiOjE5Nn19LCJJc1Zpc2libGUiOnRydWUsIldpZHRoIjoxOC4wLCJIZWlnaHQiOjIwLjAsIkJvcmRlclN0eWxlIjp7IiRpZCI6IjIxODQiLCJMaW5lQ29sb3IiOnsiJGlkIjoiMjE4NSIsIiR0eXBlIjoiTkxSRS5Db21tb24uRG9tLlNvbGlkQ29sb3JCcnVzaCwgTkxSRS5Db21tb24iLCJDb2xvciI6eyIkaWQiOiIyMTg2IiwiQSI6MjU1LCJSIjoyMzQsIkciOjIyLCJCIjozMH19LCJMaW5lV2VpZ2h0IjowLjAsIkxpbmVUeXBlIjowLCJQYXJlbnRTdHlsZSI6bnVsbH0sIlBhcmVudFN0eWxlIjpudWxsfSwiVGl0bGVTdHlsZSI6eyIkaWQiOiIyMTg3IiwiRm9udFNldHRpbmdzIjp7IiRpZCI6IjIxODgiLCJGb250U2l6ZSI6MTEsIkZvbnROYW1lIjoiQ2FsaWJyaSIsIklzQm9sZCI6dHJ1ZSwiSXNJdGFsaWMiOmZhbHNlLCJJc1VuZGVybGluZWQiOmZhbHNlLCJQYXJlbnRTdHlsZSI6bnVsbH0sIkF1dG9TaXplIjowLCJGb3JlZ3JvdW5kIjp7IiRpZCI6IjIxODkiLCJDb2xvciI6eyIkaWQiOiIyMTk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xOTEiLCJUb3AiOjAuMCwiTGVmdCI6MC4wLCJSaWdodCI6MC4wLCJCb3R0b20iOjAuMH0sIlBhZGRpbmciOnsiJGlkIjoiMjE5MiIsIlRvcCI6MC4wLCJMZWZ0IjowLjAsIlJpZ2h0IjowLjAsIkJvdHRvbSI6MC4wfSwiQmFja2dyb3VuZCI6eyIkaWQiOiIyMTkzIiwiQ29sb3IiOnsiJGlkIjoiMjE5NCIsIkEiOjg5LCJSIjowLCJHIjowLCJCIjowfX0sIklzVmlzaWJsZSI6dHJ1ZSwiV2lkdGgiOjAuMCwiSGVpZ2h0IjowLjAsIkJvcmRlclN0eWxlIjp7IiRpZCI6IjIxOTUiLCJMaW5lQ29sb3IiOm51bGwsIkxpbmVXZWlnaHQiOjAuMCwiTGluZVR5cGUiOjAsIlBhcmVudFN0eWxlIjpudWxsfSwiUGFyZW50U3R5bGUiOm51bGx9LCJEYXRlU3R5bGUiOnsiJGlkIjoiMjE5NiIsIkZvbnRTZXR0aW5ncyI6eyIkaWQiOiIyMTk3IiwiRm9udFNpemUiOjEwLCJGb250TmFtZSI6IkNhbGlicmkiLCJJc0JvbGQiOmZhbHNlLCJJc0l0YWxpYyI6ZmFsc2UsIklzVW5kZXJsaW5lZCI6ZmFsc2UsIlBhcmVudFN0eWxlIjpudWxsfSwiQXV0b1NpemUiOjAsIkZvcmVncm91bmQiOnsiJGlkIjoiMjE5OCIsIkNvbG9yIjp7IiRpZCI6IjIxOT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yMDAiLCJUb3AiOjAuMCwiTGVmdCI6MC4wLCJSaWdodCI6MC4wLCJCb3R0b20iOjAuMH0sIlBhZGRpbmciOnsiJGlkIjoiMjIwMSIsIlRvcCI6MC4wLCJMZWZ0IjowLjAsIlJpZ2h0IjowLjAsIkJvdHRvbSI6MC4wfSwiQmFja2dyb3VuZCI6eyIkaWQiOiIyMjAyIiwiQ29sb3IiOnsiJHJlZiI6IjIxOTQifX0sIklzVmlzaWJsZSI6ZmFsc2UsIldpZHRoIjowLjAsIkhlaWdodCI6MC4wLCJCb3JkZXJTdHlsZSI6eyIkaWQiOiIyMjAzIiwiTGluZUNvbG9yIjpudWxsLCJMaW5lV2VpZ2h0IjowLjAsIkxpbmVUeXBlIjowLCJQYXJlbnRTdHlsZSI6bnVsbH0sIlBhcmVudFN0eWxlIjpudWxsfSwiRGF0ZUZvcm1hdCI6eyIkaWQiOiIyMj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DUiLCJGb3JtYXQiOjAsIklzVmlzaWJsZSI6ZmFsc2UsIkxhc3RLbm93blZpc2liaWxpdHlTdGF0ZSI6ZmFsc2V9LCJJc1Zpc2libGUiOnRydWUsIlBhcmVudFN0eWxlIjpudWxsfSwiRGVmYXVsdFN3aW1sYW5lTWlsZXN0b25lU3R5bGUiOnsiJGlkIjoiMjIwNiIsIlRpdGxlUG9zaXRpb24iOiJMZWZ0IiwiRGF0ZVBvc2l0aW9uIjoiTGVmdCIsIlNoYXBlVHlwZSI6NiwiU2hhcGVTaXplIjoxLCJTcGFjaW5nIjo1LCJTaGFwZVN0eWxlIjp7IiRpZCI6IjIyMDciLCJNYXJnaW4iOnsiJGlkIjoiMjIwOCIsIlRvcCI6MC4wLCJMZWZ0IjowLjAsIlJpZ2h0IjowLjAsIkJvdHRvbSI6MC4wfSwiUGFkZGluZyI6eyIkaWQiOiIyMjA5IiwiVG9wIjowLjAsIkxlZnQiOjAuMCwiUmlnaHQiOjAuMCwiQm90dG9tIjowLjB9LCJCYWNrZ3JvdW5kIjp7IiRpZCI6IjIyMTAiLCJDb2xvciI6eyIkaWQiOiIyMjExIiwiQSI6MjU1LCJSIjo2OCwiRyI6MTE0LCJCIjoxOTZ9fSwiSXNWaXNpYmxlIjp0cnVlLCJXaWR0aCI6MTguMCwiSGVpZ2h0IjoyMC4wLCJCb3JkZXJTdHlsZSI6eyIkaWQiOiIyMjEyIiwiTGluZUNvbG9yIjp7IiRpZCI6IjIyMTMiLCIkdHlwZSI6Ik5MUkUuQ29tbW9uLkRvbS5Tb2xpZENvbG9yQnJ1c2gsIE5MUkUuQ29tbW9uIiwiQ29sb3IiOnsiJGlkIjoiMjIxNCIsIkEiOjI1NSwiUiI6MjM0LCJHIjoyMiwiQiI6MzB9fSwiTGluZVdlaWdodCI6MC4wLCJMaW5lVHlwZSI6MCwiUGFyZW50U3R5bGUiOm51bGx9LCJQYXJlbnRTdHlsZSI6bnVsbH0sIlRpdGxlU3R5bGUiOnsiJGlkIjoiMjIxNSIsIkZvbnRTZXR0aW5ncyI6eyIkaWQiOiIyMjE2IiwiRm9udFNpemUiOjExLCJGb250TmFtZSI6IkNhbGlicmkiLCJJc0JvbGQiOnRydWUsIklzSXRhbGljIjpmYWxzZSwiSXNVbmRlcmxpbmVkIjpmYWxzZSwiUGFyZW50U3R5bGUiOm51bGx9LCJBdXRvU2l6ZSI6MCwiRm9yZWdyb3VuZCI6eyIkaWQiOiIyMjE3IiwiQ29sb3IiOnsiJGlkIjoiMjIxO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yMjE5IiwiVG9wIjowLjAsIkxlZnQiOjAuMCwiUmlnaHQiOjAuMCwiQm90dG9tIjowLjB9LCJQYWRkaW5nIjp7IiRpZCI6IjIyMjAiLCJUb3AiOjAuMCwiTGVmdCI6MC4wLCJSaWdodCI6MC4wLCJCb3R0b20iOjAuMH0sIkJhY2tncm91bmQiOnsiJGlkIjoiMjIyMSIsIkNvbG9yIjp7IiRpZCI6IjIyMjIiLCJBIjowLCJSIjoyNTUsIkciOjI1NSwiQiI6MjU1fX0sIklzVmlzaWJsZSI6dHJ1ZSwiV2lkdGgiOjAuMCwiSGVpZ2h0IjowLjAsIkJvcmRlclN0eWxlIjp7IiRpZCI6IjIyMjMiLCJMaW5lQ29sb3IiOm51bGwsIkxpbmVXZWlnaHQiOjAuMCwiTGluZVR5cGUiOjAsIlBhcmVudFN0eWxlIjpudWxsfSwiUGFyZW50U3R5bGUiOm51bGx9LCJEYXRlU3R5bGUiOnsiJGlkIjoiMjIyNCIsIkZvbnRTZXR0aW5ncyI6eyIkaWQiOiIyMjI1IiwiRm9udFNpemUiOjEwLCJGb250TmFtZSI6IkNhbGlicmkiLCJJc0JvbGQiOmZhbHNlLCJJc0l0YWxpYyI6ZmFsc2UsIklzVW5kZXJsaW5lZCI6ZmFsc2UsIlBhcmVudFN0eWxlIjpudWxsfSwiQXV0b1NpemUiOjAsIkZvcmVncm91bmQiOnsiJGlkIjoiMjIyNiIsIkNvbG9yIjp7IiRpZCI6IjIyMj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yMjgiLCJUb3AiOjAuMCwiTGVmdCI6MC4wLCJSaWdodCI6MC4wLCJCb3R0b20iOjAuMH0sIlBhZGRpbmciOnsiJGlkIjoiMjIyOSIsIlRvcCI6MC4wLCJMZWZ0IjowLjAsIlJpZ2h0IjowLjAsIkJvdHRvbSI6MC4wfSwiQmFja2dyb3VuZCI6eyIkaWQiOiIyMjMwIiwiQ29sb3IiOnsiJGlkIjoiMjIzMSIsIkEiOjAsIlIiOjI1NSwiRyI6MjU1LCJCIjoyNTV9fSwiSXNWaXNpYmxlIjpmYWxzZSwiV2lkdGgiOjAuMCwiSGVpZ2h0IjowLjAsIkJvcmRlclN0eWxlIjp7IiRpZCI6IjIyMzIiLCJMaW5lQ29sb3IiOm51bGwsIkxpbmVXZWlnaHQiOjAuMCwiTGluZVR5cGUiOjAsIlBhcmVudFN0eWxlIjpudWxsfSwiUGFyZW50U3R5bGUiOm51bGx9LCJEYXRlRm9ybWF0Ijp7IiRpZCI6IjIy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zNCIsIkZvcm1hdCI6MCwiSXNWaXNpYmxlIjpmYWxzZSwiTGFzdEtub3duVmlzaWJpbGl0eVN0YXRlIjpmYWxzZX0sIklzVmlzaWJsZSI6dHJ1ZSwiUGFyZW50U3R5bGUiOm51bGx9LCJEZWZhdWx0U3dpbWxhbmVBY3Rpdml0eVN0eWxlIjp7IiRpZCI6IjIyMzUiLCJIZWFkZXJTdHlsZSI6eyIkaWQiOiIyMjM2IiwiVGV4dFN0eWxlIjp7IiRpZCI6IjIyMzciLCJGb250U2V0dGluZ3MiOnsiJGlkIjoiMjIzOCIsIkZvbnRTaXplIjoxMSwiRm9udE5hbWUiOiJDYWxpYnJpIiwiSXNCb2xkIjpmYWxzZSwiSXNJdGFsaWMiOmZhbHNlLCJJc1VuZGVybGluZWQiOmZhbHNlLCJQYXJlbnRTdHlsZSI6bnVsbH0sIkF1dG9TaXplIjoyLCJGb3JlZ3JvdW5kIjp7IiRpZCI6IjIyMzkiLCJDb2xvciI6eyIkaWQiOiIyMjQwIiwiQSI6MjU1LCJSIjowLCJHIjowLCJCIjowfX0sIk1heFdpZHRoIjowLjAsIk1heEhlaWdodCI6IkluZmluaXR5IiwiU21hcnRGb3JlZ3JvdW5kSXNBY3RpdmUiOmZhbHNlLCJIb3Jpem9udGFsQWxpZ25tZW50IjowLCJWZXJ0aWNhbEFsaWdubWVudCI6MCwiU21hcnRGb3JlZ3JvdW5kIjpudWxsLCJCYWNrZ3JvdW5kRmlsbFR5cGUiOjAsIk1hcmdpbiI6eyIkaWQiOiIyMjQxIiwiVG9wIjowLjAsIkxlZnQiOjAuMCwiUmlnaHQiOjAuMCwiQm90dG9tIjowLjB9LCJQYWRkaW5nIjp7IiRpZCI6IjIyNDIiLCJUb3AiOjAuMCwiTGVmdCI6MC4wLCJSaWdodCI6MC4wLCJCb3R0b20iOjAuMH0sIkJhY2tncm91bmQiOm51bGwsIklzVmlzaWJsZSI6dHJ1ZSwiV2lkdGgiOjAuMCwiSGVpZ2h0IjowLjAsIkJvcmRlclN0eWxlIjpudWxsLCJQYXJlbnRTdHlsZSI6bnVsbH0sIlJlY3RhbmdsZVN0eWxlIjp7IiRpZCI6IjIyNDMiLCJNYXJnaW4iOnsiJGlkIjoiMjI0NCIsIlRvcCI6MC4wLCJMZWZ0IjowLjAsIlJpZ2h0IjowLjAsIkJvdHRvbSI6MC4wfSwiUGFkZGluZyI6eyIkaWQiOiIyMjQ1IiwiVG9wIjowLjAsIkxlZnQiOjAuMCwiUmlnaHQiOjAuMCwiQm90dG9tIjowLjB9LCJCYWNrZ3JvdW5kIjp7IiRpZCI6IjIyNDYiLCJDb2xvciI6eyIkaWQiOiIyMjQ3IiwiQSI6NjMsIlIiOjY4LCJHIjoxMTQsIkIiOjE5Nn19LCJJc1Zpc2libGUiOnRydWUsIldpZHRoIjowLjAsIkhlaWdodCI6MC4wLCJCb3JkZXJTdHlsZSI6eyIkaWQiOiIyMjQ4IiwiTGluZUNvbG9yIjp7IiRpZCI6IjIyNDkiLCIkdHlwZSI6Ik5MUkUuQ29tbW9uLkRvbS5Tb2xpZENvbG9yQnJ1c2gsIE5MUkUuQ29tbW9uIiwiQ29sb3IiOnsiJGlkIjoiMjI1MCIsIkEiOjI1NSwiUiI6MjU1LCJHIjowLCJCIjowfX0sIkxpbmVXZWlnaHQiOjAuMCwiTGluZVR5cGUiOjAsIlBhcmVudFN0eWxlIjpudWxsfSwiUGFyZW50U3R5bGUiOm51bGx9LCJNYXJnaW4iOnsiJGlkIjoiMjI1MSIsIlRvcCI6MC4wLCJMZWZ0IjowLjAsIlJpZ2h0IjowLjAsIkJvdHRvbSI6MC4wfSwiUGFkZGluZyI6eyIkaWQiOiIyMjUyIiwiVG9wIjowLjAsIkxlZnQiOjAuMCwiUmlnaHQiOjAuMCwiQm90dG9tIjowLjB9LCJCYWNrZ3JvdW5kIjpudWxsLCJJc1Zpc2libGUiOnRydWUsIldpZHRoIjowLjAsIkhlaWdodCI6MC4wLCJCb3JkZXJTdHlsZSI6bnVsbCwiUGFyZW50U3R5bGUiOm51bGx9LCJCYWNrZ3JvdW5kU3R5bGUiOnsiJGlkIjoiMjI1MyIsIk1hcmdpbiI6eyIkaWQiOiIyMjU0IiwiVG9wIjowLjAsIkxlZnQiOjAuMCwiUmlnaHQiOjAuMCwiQm90dG9tIjowLjB9LCJQYWRkaW5nIjp7IiRpZCI6IjIyNTUiLCJUb3AiOjAuMCwiTGVmdCI6MC4wLCJSaWdodCI6MC4wLCJCb3R0b20iOjAuMH0sIkJhY2tncm91bmQiOnsiJGlkIjoiMjI1NiIsIkNvbG9yIjp7IiRpZCI6IjIyNTciLCJBIjozOCwiUiI6NjgsIkciOjExNCwiQiI6MTk2fX0sIklzVmlzaWJsZSI6dHJ1ZSwiV2lkdGgiOjAuMCwiSGVpZ2h0IjowLjAsIkJvcmRlclN0eWxlIjp7IiRpZCI6IjIyNTgiLCJMaW5lQ29sb3IiOnsiJGlkIjoiMjI1OSIsIiR0eXBlIjoiTkxSRS5Db21tb24uRG9tLlNvbGlkQ29sb3JCcnVzaCwgTkxSRS5Db21tb24iLCJDb2xvciI6eyIkaWQiOiIyMjYwIiwiQSI6MjU1LCJSIjoyMzQsIkciOjIyLCJCIjozMH19LCJMaW5lV2VpZ2h0IjowLjAsIkxpbmVUeXBlIjowLCJQYXJlbnRTdHlsZSI6bnVsbH0sIlBhcmVudFN0eWxlIjpudWxsfSwiTWFyZ2luIjp7IiRpZCI6IjIyNjEiLCJUb3AiOjAuMCwiTGVmdCI6MC4wLCJSaWdodCI6MC4wLCJCb3R0b20iOjAuMH0sIlBhZGRpbmciOnsiJGlkIjoiMjI2MiIsIlRvcCI6MC4wLCJMZWZ0IjowLjAsIlJpZ2h0IjowLjAsIkJvdHRvbSI6MC4wfSwiSXNWaXNpYmxlIjp0cnVlLCJXaWR0aCI6MC4wLCJIZWlnaHQiOjAuMCwiQm9yZGVyU3R5bGUiOnsiJGlkIjoiMjI2MyIsIkxpbmVDb2xvciI6bnVsbCwiTGluZVdlaWdodCI6MC4wLCJMaW5lVHlwZSI6MCwiUGFyZW50U3R5bGUiOm51bGx9LCJQYXJlbnRTdHlsZSI6bnVsbH0sIk1hcmdpbiI6eyIkaWQiOiIyMjY0IiwiVG9wIjowLjAsIkxlZnQiOjAuMCwiUmlnaHQiOjAuMCwiQm90dG9tIjowLjB9LCJQYWRkaW5nIjp7IiRpZCI6IjIyNjUiLCJUb3AiOjAuMCwiTGVmdCI6MC4wLCJSaWdodCI6MC4wLCJCb3R0b20iOjAuMH0sIklzVmlzaWJsZSI6dHJ1ZSwiV2lkdGgiOjAuMCwiSGVpZ2h0IjowLjAsIkJvcmRlclN0eWxlIjp7IiRpZCI6IjIyNjYiLCJMaW5lQ29sb3IiOm51bGwsIkxpbmVXZWlnaHQiOjAuMCwiTGluZVR5cGUiOjAsIlBhcmVudFN0eWxlIjpudWxsfSwiUGFyZW50U3R5bGUiOm51bGx9fV0sIkN1bHR1cmVJbmZvTmFtZSI6ImVuLVVTIiwiU3R5bGVOYW1lIjpudWxsLCJWZXJzaW9uIjp7IiRpZCI6IjIyNjciLCJWZXJzaW9uIjoiNC4xLjAiLCJPcmlnaW5hbEFzc2VtYmx5VmVyc2lvbiI6IjMuMjAuMDQuMDAiLCJFZGl0aW9uIjoiUHJvIiwiTGFzdFNhdmVkRWRpdGlvbiI6NCwiSXNQbHVzRWRpdGlvbiI6dHJ1ZSwiSXNQcm9FZGl0aW9uIjp0cnVlfSwiRWZmZWN0IjowLCJTdHlsZSI6eyIkaWQiOiIyMjY4IiwiRGVmYXVsdERlcGVuZGVuY3lTdHlsZSI6eyIkaWQiOiIyMjY5IiwiTGluZVN0eWxlIjp7IiRpZCI6IjIyNzAiLCJMaW5lQ29sb3IiOnsiJGlkIjoiMjI3MSIsIiR0eXBlIjoiTkxSRS5Db21tb24uRG9tLlNvbGlkQ29sb3JCcnVzaCwgTkxSRS5Db21tb24iLCJDb2xvciI6eyIkaWQiOiIyMjcyIiwiQSI6MjU1LCJSIjowLCJHIjowLCJCIjowfX0sIkxpbmVXZWlnaHQiOjEuMCwiTGluZVR5cGUiOjAsIlBhcmVudFN0eWxlIjpudWxsfSwiRW5kQXJyb3doZWFkTGluZVN0eWxlIjp7IiRpZCI6IjIyNzMiLCJLaW5kIjoxLCJXaWR0aCI6MSwiTGVuZ3RoIjowLCJQYXJlbnRTdHlsZSI6bnVsbH0sIkJyaW5nVG9Gcm9udCI6dHJ1ZSwiRWxib3dSYWRpdXMiOjAuMCwiTWFyZ2luIjp7IiRpZCI6IjIyNzQiLCJUb3AiOjAuMCwiTGVmdCI6MC4wLCJSaWdodCI6MC4wLCJCb3R0b20iOjAuMH0sIlBhZGRpbmciOnsiJGlkIjoiMjI3NSIsIlRvcCI6MC4wLCJMZWZ0IjowLjAsIlJpZ2h0IjowLjAsIkJvdHRvbSI6MC4wfSwiQmFja2dyb3VuZCI6bnVsbCwiSXNWaXNpYmxlIjp0cnVlLCJXaWR0aCI6MC4wLCJIZWlnaHQiOjAuMCwiQm9yZGVyU3R5bGUiOm51bGwsIlBhcmVudFN0eWxlIjpudWxsfSwiQ3JpdGljYWxQYXRoU3R5bGUiOnsiJGlkIjoiMjI3NiIsIkNyaXRpY2FsUGF0aFN0eWxlT3B0aW9ucyI6MTQsIkxpbmVTdHlsZSI6eyIkaWQiOiIyMjc3IiwiTGluZUNvbG9yIjp7IiRpZCI6IjIyNzgiLCIkdHlwZSI6Ik5MUkUuQ29tbW9uLkRvbS5Tb2xpZENvbG9yQnJ1c2gsIE5MUkUuQ29tbW9uIiwiQ29sb3IiOnsiJGlkIjoiMjI3OSIsIkEiOjI1NSwiUiI6MjIyLCJHIjo1MCwiQiI6NTB9fSwiTGluZVdlaWdodCI6MS4wLCJMaW5lVHlwZSI6MCwiUGFyZW50U3R5bGUiOm51bGx9LCJUaXRsZUZvcmVncm91bmQiOnsiJGlkIjoiMjI4MCIsIkNvbG9yIjp7IiRpZCI6IjIyODEiLCJBIjoyNTUsIlIiOjE3NiwiRyI6MTksIkIiOjI1fX0sIlNoYXBlc0JhY2tncm91bmQiOnsiJGlkIjoiMjI4MiIsIkNvbG9yIjp7IiRpZCI6IjIyODMiLCJBIjoyNTUsIlIiOjI1MywiRyI6MjAzLCJCIjoyMDh9fSwiU2hhcGVzQm9yZGVyU3R5bGUiOnsiJGlkIjoiMjI4NCIsIkxpbmVDb2xvciI6eyIkaWQiOiIyMjg1IiwiJHR5cGUiOiJOTFJFLkNvbW1vbi5Eb20uU29saWRDb2xvckJydXNoLCBOTFJFLkNvbW1vbiIsIkNvbG9yIjp7IiRpZCI6IjIyODYiLCJBIjoyNTUsIlIiOjIyMiwiRyI6NTAsIkIiOjUwfX0sIkxpbmVXZWlnaHQiOjEuNSwiTGluZVR5cGUiOjAsIlBhcmVudFN0eWxlIjpudWxsfSwiTWFyZ2luIjp7IiRpZCI6IjIyODciLCJUb3AiOjAuMCwiTGVmdCI6MC4wLCJSaWdodCI6MC4wLCJCb3R0b20iOjAuMH0sIlBhZGRpbmciOnsiJGlkIjoiMjI4OCIsIlRvcCI6MC4wLCJMZWZ0IjowLjAsIlJpZ2h0IjowLjAsIkJvdHRvbSI6MC4wfSwiQmFja2dyb3VuZCI6bnVsbCwiSXNWaXNpYmxlIjpmYWxzZSwiV2lkdGgiOjAuMCwiSGVpZ2h0IjowLjAsIkJvcmRlclN0eWxlIjpudWxsLCJQYXJlbnRTdHlsZSI6bnVsbH0sIlBhbmVsc1NwYWNpbmdEZWZpbml0aW9uIjp7IiRpZCI6IjIyODkiLCJTcGFjaW5nQWJvdmVUaW1lYmFuZCI6MTYsIlNwYWNpbmdCZWxvd1RpbWViYW5kIjoxNiwiU3BhY2luZ0Fib3ZlQmV0d2VlblN3aW1sYW5lc0FuZFRhc2tzIjoxNiwiU3BhY2luZ0JlbG93QmV0d2VlblN3aW1sYW5lc0FuZFRhc2tzIjoxNn0sIlRpbWViYW5kU3R5bGUiOnsiJGlkIjoiMjI5MCIsIlNjYWxlTWFya2luZyI6MCwiU2hhcGUiOjAsIlNoYXBlU3R5bGUiOnsiJGlkIjoiMjI5MSIsIk1hcmdpbiI6eyIkaWQiOiIyMjkyIiwiVG9wIjowLjAsIkxlZnQiOjEyLjAsIlJpZ2h0IjoxMi4wLCJCb3R0b20iOjAuMH0sIlBhZGRpbmciOnsiJGlkIjoiMjI5MyIsIlRvcCI6Ny4wLCJMZWZ0IjowLjAsIlJpZ2h0IjowLjAsIkJvdHRvbSI6Ny4wfSwiQmFja2dyb3VuZCI6eyIkaWQiOiIyMjk0IiwiQ29sb3IiOnsiJGlkIjoiMjI5NSIsIkEiOjI1NSwiUiI6NjQsIkciOjY0LCJCIjo2NH19LCJJc1Zpc2libGUiOnRydWUsIldpZHRoIjo4NTguMCwiSGVpZ2h0IjozMC4wLCJCb3JkZXJTdHlsZSI6eyIkaWQiOiIyMjk2IiwiTGluZUNvbG9yIjp7IiRpZCI6IjIyOTciLCIkdHlwZSI6Ik5MUkUuQ29tbW9uLkRvbS5Tb2xpZENvbG9yQnJ1c2gsIE5MUkUuQ29tbW9uIiwiQ29sb3IiOnsiJGlkIjoiMjI5OCIsIkEiOjI1NSwiUiI6MjU1LCJHIjowLCJCIjowfX0sIkxpbmVXZWlnaHQiOjAuMCwiTGluZVR5cGUiOjAsIlBhcmVudFN0eWxlIjpudWxsfSwiUGFyZW50U3R5bGUiOm51bGx9LCJNaWRkbGVUaWVyU2hhcGVTdHlsZSI6eyIkaWQiOiIyMjk5IiwiTWFyZ2luIjp7IiRyZWYiOiIyMjkyIn0sIlBhZGRpbmciOnsiJHJlZiI6IjIyOTMifSwiQmFja2dyb3VuZCI6eyIkcmVmIjoiMjI5NCJ9LCJJc1Zpc2libGUiOnRydWUsIldpZHRoIjo4NTguMCwiSGVpZ2h0IjozMC4wLCJCb3JkZXJTdHlsZSI6eyIkaWQiOiIyMzAwIiwiTGluZUNvbG9yIjpudWxsLCJMaW5lV2VpZ2h0IjowLjAsIkxpbmVUeXBlIjowLCJQYXJlbnRTdHlsZSI6bnVsbH0sIlBhcmVudFN0eWxlIjpudWxsfSwiQm90dG9tVGllclNoYXBlU3R5bGUiOnsiJGlkIjoiMjMwMSIsIk1hcmdpbiI6eyIkcmVmIjoiMjI5MiJ9LCJQYWRkaW5nIjp7IiRyZWYiOiIyMjkzIn0sIkJhY2tncm91bmQiOnsiJHJlZiI6IjIyOTQifSwiSXNWaXNpYmxlIjp0cnVlLCJXaWR0aCI6ODU4LjAsIkhlaWdodCI6MzAuMCwiQm9yZGVyU3R5bGUiOnsiJGlkIjoiMjMwMiIsIkxpbmVDb2xvciI6bnVsbCwiTGluZVdlaWdodCI6MC4wLCJMaW5lVHlwZSI6MCwiUGFyZW50U3R5bGUiOm51bGx9LCJQYXJlbnRTdHlsZSI6bnVsbH0sIlJpZ2h0RW5kQ2Fwc1N0eWxlIjp7IiRpZCI6IjIzMDMiLCJGb250U2V0dGluZ3MiOnsiJGlkIjoiMjMwNCIsIkZvbnRTaXplIjoxLCJGb250TmFtZSI6IkNhbGlicmkiLCJJc0JvbGQiOnRydWUsIklzSXRhbGljIjpmYWxzZSwiSXNVbmRlcmxpbmVkIjpmYWxzZSwiUGFyZW50U3R5bGUiOm51bGx9LCJBdXRvU2l6ZSI6MCwiRm9yZWdyb3VuZCI6eyIkaWQiOiIyMzA1IiwiQ29sb3IiOnsiJGlkIjoiMjMw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MwNyIsIlRvcCI6MC4wLCJMZWZ0IjowLjAsIlJpZ2h0IjoyNS4wLCJCb3R0b20iOjAuMH0sIlBhZGRpbmciOnsiJGlkIjoiMjMwOCIsIlRvcCI6MC4wLCJMZWZ0IjowLjAsIlJpZ2h0IjowLjAsIkJvdHRvbSI6MC4wfSwiQmFja2dyb3VuZCI6eyIkaWQiOiIyMzA5IiwiQ29sb3IiOnsiJGlkIjoiMjMxMCIsIkEiOjg5LCJSIjowLCJHIjowLCJCIjowfX0sIklzVmlzaWJsZSI6ZmFsc2UsIldpZHRoIjowLjAsIkhlaWdodCI6MC4wLCJCb3JkZXJTdHlsZSI6bnVsbCwiUGFyZW50U3R5bGUiOm51bGx9LCJMZWZ0RW5kQ2Fwc1N0eWxlIjp7IiRpZCI6IjIzMTEiLCJGb250U2V0dGluZ3MiOnsiJGlkIjoiMjMxMiIsIkZvbnRTaXplIjozMiwiRm9udE5hbWUiOiJDYWxpYnJpIiwiSXNCb2xkIjp0cnVlLCJJc0l0YWxpYyI6ZmFsc2UsIklzVW5kZXJsaW5lZCI6ZmFsc2UsIlBhcmVudFN0eWxlIjpudWxsfSwiQXV0b1NpemUiOjAsIkZvcmVncm91bmQiOnsiJGlkIjoiMjMxMyIsIkNvbG9yIjp7IiRpZCI6IjIzMT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zMTUiLCJUb3AiOjAuMCwiTGVmdCI6MjUuMCwiUmlnaHQiOjAuMCwiQm90dG9tIjowLjB9LCJQYWRkaW5nIjp7IiRpZCI6IjIzMTYiLCJUb3AiOjAuMCwiTGVmdCI6MC4wLCJSaWdodCI6MC4wLCJCb3R0b20iOjAuMH0sIkJhY2tncm91bmQiOnsiJGlkIjoiMjMxNyIsIkNvbG9yIjp7IiRyZWYiOiIyMzEwIn19LCJJc1Zpc2libGUiOmZhbHNlLCJXaWR0aCI6MC4wLCJIZWlnaHQiOjAuMCwiQm9yZGVyU3R5bGUiOm51bGwsIlBhcmVudFN0eWxlIjpudWxsfSwiVG9kYXlUZXh0U3R5bGUiOnsiJGlkIjoiMjMxOCIsIkZvbnRTZXR0aW5ncyI6eyIkaWQiOiIyMzE5IiwiRm9udFNpemUiOjEyLCJGb250TmFtZSI6IkNhbGlicmkiLCJJc0JvbGQiOmZhbHNlLCJJc0l0YWxpYyI6ZmFsc2UsIklzVW5kZXJsaW5lZCI6ZmFsc2UsIlBhcmVudFN0eWxlIjpudWxsfSwiQXV0b1NpemUiOjAsIkZvcmVncm91bmQiOnsiJGlkIjoiMjMyMCIsIkNvbG9yIjp7IiRpZCI6IjIzM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MyMiIsIlRvcCI6MC4wLCJMZWZ0IjowLjAsIlJpZ2h0IjowLjAsIkJvdHRvbSI6MC4wfSwiUGFkZGluZyI6eyIkaWQiOiIyMzIzIiwiVG9wIjowLjAsIkxlZnQiOjAuMCwiUmlnaHQiOjAuMCwiQm90dG9tIjowLjB9LCJCYWNrZ3JvdW5kIjp7IiRpZCI6IjIzMjQiLCJDb2xvciI6eyIkcmVmIjoiMjMxMCJ9fSwiSXNWaXNpYmxlIjpmYWxzZSwiV2lkdGgiOjAuMCwiSGVpZ2h0IjowLjAsIkJvcmRlclN0eWxlIjpudWxsLCJQYXJlbnRTdHlsZSI6bnVsbH0sIlRvZGF5TWFya2VyU3R5bGUiOnsiJGlkIjoiMjMyNSIsIk1hcmdpbiI6eyIkaWQiOiIyMzI2IiwiVG9wIjowLjAsIkxlZnQiOjAuMCwiUmlnaHQiOjAuMCwiQm90dG9tIjowLjB9LCJQYWRkaW5nIjp7IiRpZCI6IjIzMjciLCJUb3AiOjAuMCwiTGVmdCI6MC4wLCJSaWdodCI6MC4wLCJCb3R0b20iOjAuMH0sIkJhY2tncm91bmQiOnsiJGlkIjoiMjMyOCIsIkNvbG9yIjp7IiRpZCI6IjIzMjkiLCJBIjoyNTUsIlIiOjI1NSwiRyI6MCwiQiI6MH19LCJJc1Zpc2libGUiOnRydWUsIldpZHRoIjowLjAsIkhlaWdodCI6MC4wLCJCb3JkZXJTdHlsZSI6bnVsbCwiUGFyZW50U3R5bGUiOm51bGx9LCJTY2FsZVN0eWxlIjp7IiRpZCI6IjIzMzAiLCJTaGFwZSI6MCwiU2hvd1NlZ21lbnRTZXBhcmF0b3JzIjp0cnVlLCJTZWdtZW50U2VwYXJhdG9yT3BhY2l0eSI6MzAsIkhhc0JlZW5WaXNpYmxlQmVmb3JlIjp0cnVlLCJGb250U2V0dGluZ3MiOnsiJGlkIjoiMjMzMSIsIkZvbnRTaXplIjoxNCwiRm9udE5hbWUiOiJDYWxpYnJpIiwiSXNCb2xkIjpmYWxzZSwiSXNJdGFsaWMiOmZhbHNlLCJJc1VuZGVybGluZWQiOmZhbHNlLCJQYXJlbnRTdHlsZSI6bnVsbH0sIkF1dG9TaXplIjowLCJGb3JlZ3JvdW5kIjp7IiRpZCI6IjIzMzIiLCJDb2xvciI6eyIkaWQiOiIyMzMz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IzMzQiLCJUb3AiOjAuMCwiTGVmdCI6NS4wLCJSaWdodCI6MC4wLCJCb3R0b20iOjAuMH0sIlBhZGRpbmciOnsiJGlkIjoiMjMzNSIsIlRvcCI6MC4wLCJMZWZ0IjowLjAsIlJpZ2h0IjowLjAsIkJvdHRvbSI6MC4wfSwiQmFja2dyb3VuZCI6eyIkaWQiOiIyMzM2IiwiQ29sb3IiOnsiJHJlZiI6IjIzMTAifX0sIklzVmlzaWJsZSI6dHJ1ZSwiV2lkdGgiOjAuMCwiSGVpZ2h0IjowLjAsIkJvcmRlclN0eWxlIjpudWxsLCJQYXJlbnRTdHlsZSI6bnVsbH0sIlNpbmdsZVNjYWxlU2hhcGVTdHlsZSI6eyIkaWQiOiIyMzM3IiwiU2hhcGUiOjAsIkhlaWdodCI6MzAuMH0sIk1pZGRsZVRpZXJTY2FsZVN0eWxlIjp7IiRpZCI6IjIzMzgiLCJTaGFwZSI6MCwiU2hvd1NlZ21lbnRTZXBhcmF0b3JzIjp0cnVlLCJTZWdtZW50U2VwYXJhdG9yT3BhY2l0eSI6MzAsIkhhc0JlZW5WaXNpYmxlQmVmb3JlIjpmYWxzZSwiRm9udFNldHRpbmdzIjp7IiRpZCI6IjIzMzkiLCJGb250U2l6ZSI6MTQsIkZvbnROYW1lIjoiQ2FsaWJyaSIsIklzQm9sZCI6ZmFsc2UsIklzSXRhbGljIjpmYWxzZSwiSXNVbmRlcmxpbmVkIjpmYWxzZSwiUGFyZW50U3R5bGUiOm51bGx9LCJBdXRvU2l6ZSI6MCwiRm9yZWdyb3VuZCI6eyIkcmVmIjoiMjMzMiJ9LCJNYXhXaWR0aCI6MjAwLjAsIk1heEhlaWdodCI6IkluZmluaXR5IiwiU21hcnRGb3JlZ3JvdW5kSXNBY3RpdmUiOmZhbHNlLCJIb3Jpem9udGFsQWxpZ25tZW50IjowLCJWZXJ0aWNhbEFsaWdubWVudCI6MSwiU21hcnRGb3JlZ3JvdW5kIjpudWxsLCJCYWNrZ3JvdW5kRmlsbFR5cGUiOjAsIk1hcmdpbiI6eyIkcmVmIjoiMjMzNCJ9LCJQYWRkaW5nIjp7IiRyZWYiOiIyMzM1In0sIkJhY2tncm91bmQiOnsiJHJlZiI6IjIzMzYifSwiSXNWaXNpYmxlIjpmYWxzZSwiV2lkdGgiOjAuMCwiSGVpZ2h0IjowLjAsIkJvcmRlclN0eWxlIjpudWxsLCJQYXJlbnRTdHlsZSI6bnVsbH0sIkJvdHRvbVRpZXJTY2FsZVN0eWxlIjp7IiRpZCI6IjIzNDAiLCJTaGFwZSI6MCwiU2hvd1NlZ21lbnRTZXBhcmF0b3JzIjp0cnVlLCJTZWdtZW50U2VwYXJhdG9yT3BhY2l0eSI6MzAsIkhhc0JlZW5WaXNpYmxlQmVmb3JlIjpmYWxzZSwiRm9udFNldHRpbmdzIjp7IiRpZCI6IjIzNDEiLCJGb250U2l6ZSI6MTQsIkZvbnROYW1lIjoiQ2FsaWJyaSIsIklzQm9sZCI6ZmFsc2UsIklzSXRhbGljIjpmYWxzZSwiSXNVbmRlcmxpbmVkIjpmYWxzZSwiUGFyZW50U3R5bGUiOm51bGx9LCJBdXRvU2l6ZSI6MCwiRm9yZWdyb3VuZCI6eyIkcmVmIjoiMjMzMiJ9LCJNYXhXaWR0aCI6MjAwLjAsIk1heEhlaWdodCI6IkluZmluaXR5IiwiU21hcnRGb3JlZ3JvdW5kSXNBY3RpdmUiOmZhbHNlLCJIb3Jpem9udGFsQWxpZ25tZW50IjowLCJWZXJ0aWNhbEFsaWdubWVudCI6MSwiU21hcnRGb3JlZ3JvdW5kIjpudWxsLCJCYWNrZ3JvdW5kRmlsbFR5cGUiOjAsIk1hcmdpbiI6eyIkcmVmIjoiMjMzNCJ9LCJQYWRkaW5nIjp7IiRyZWYiOiIyMzM1In0sIkJhY2tncm91bmQiOnsiJHJlZiI6IjIzMzYifSwiSXNWaXNpYmxlIjpmYWxzZSwiV2lkdGgiOjAuMCwiSGVpZ2h0IjowLjAsIkJvcmRlclN0eWxlIjpudWxsLCJQYXJlbnRTdHlsZSI6bnVsbH0sIkVsYXBzZWRUaW1lQmFja2dyb3VuZCI6eyIkaWQiOiIyMzQyIiwiQ29sb3IiOnsiJGlkIjoiMjM0MyIsIkEiOjE5MSwiUiI6MjU1LCJHIjowLCJCIjowfX0sIkFwcGVuZFllYXJPblllYXJDaGFuZ2UiOnRydWUsIkVsYXBzZWRUaW1lRm9ybWF0IjowLCJUb2RheU1hcmtlclBvc2l0aW9uIjowLCJRdWlja1Bvc2l0aW9uIjozLCJBYnNvbHV0ZVBvc2l0aW9uIjoxMzUuMCwiTWFyZ2luIjp7IiRpZCI6IjIzNDQiLCJUb3AiOjAuMCwiTGVmdCI6MTAuMCwiUmlnaHQiOjEwLjAsIkJvdHRvbSI6MC4wfSwiUGFkZGluZyI6eyIkaWQiOiIyMzQ1IiwiVG9wIjowLjAsIkxlZnQiOjAuMCwiUmlnaHQiOjAuMCwiQm90dG9tIjowLjB9LCJCYWNrZ3JvdW5kIjp7IiRpZCI6IjIzNDYiLCJDb2xvciI6eyIkaWQiOiIyMzQ3IiwiQSI6MjU1LCJSIjo0NywiRyI6NTQsIkIiOjE1M319LCJJc1Zpc2libGUiOnRydWUsIldpZHRoIjowLjAsIkhlaWdodCI6MC4wLCJCb3JkZXJTdHlsZSI6bnVsbCwiUGFyZW50U3R5bGUiOm51bGx9LCJEZWZhdWx0TWlsZXN0b25lU3R5bGUiOnsiJGlkIjoiMjM0OCIsIlNoYXBlIjo1LCJDb25uZWN0b3JNYXJnaW4iOnsiJGlkIjoiMjM0OSIsIlRvcCI6MC4wLCJMZWZ0IjoyLjAsIlJpZ2h0IjoyLjAsIkJvdHRvbSI6MC4wfSwiQ29ubmVjdG9yU3R5bGUiOnsiJGlkIjoiMjM1MCIsIkxpbmVDb2xvciI6eyIkaWQiOiIyMzUxIiwiJHR5cGUiOiJOTFJFLkNvbW1vbi5Eb20uU29saWRDb2xvckJydXNoLCBOTFJFLkNvbW1vbiIsIkNvbG9yIjp7IiRpZCI6IjIzNTIiLCJBIjoxMjcsIlIiOjc5LCJHIjoxMjksIkIiOjE4OX19LCJMaW5lV2VpZ2h0IjoxLjAsIkxpbmVUeXBlIjowLCJQYXJlbnRTdHlsZSI6bnVsbH0sIklzQmVsb3dUaW1lYmFuZCI6ZmFsc2UsIlBvc2l0aW9uT25UYXNrIjowLCJIaWRlRGF0ZSI6ZmFsc2UsIlNoYXBlU2l6ZSI6MSwiU3BhY2luZyI6MS4wLCJQYWRkaW5nIjp7IiRpZCI6IjIzNTMiLCJUb3AiOjcuMCwiTGVmdCI6My4wLCJSaWdodCI6MC4wLCJCb3R0b20iOjIuMH0sIlNoYXBlU3R5bGUiOnsiJGlkIjoiMjM1NCIsIk1hcmdpbiI6eyIkaWQiOiIyMzU1IiwiVG9wIjowLjAsIkxlZnQiOjAuMCwiUmlnaHQiOjAuMCwiQm90dG9tIjowLjB9LCJQYWRkaW5nIjp7IiRpZCI6IjIzNTYiLCJUb3AiOjAuMCwiTGVmdCI6MC4wLCJSaWdodCI6MC4wLCJCb3R0b20iOjAuMH0sIkJhY2tncm91bmQiOnsiJGlkIjoiMjM1NyIsIkNvbG9yIjp7IiRpZCI6IjIzNTgiLCJBIjoyNTUsIlIiOjE3OCwiRyI6MTQsIkIiOjE4fX0sIklzVmlzaWJsZSI6dHJ1ZSwiV2lkdGgiOjE4LjAsIkhlaWdodCI6MjAuMCwiQm9yZGVyU3R5bGUiOnsiJGlkIjoiMjM1OSIsIkxpbmVDb2xvciI6eyIkaWQiOiIyMzYwIiwiJHR5cGUiOiJOTFJFLkNvbW1vbi5Eb20uU29saWRDb2xvckJydXNoLCBOTFJFLkNvbW1vbiIsIkNvbG9yIjp7IiRpZCI6IjIzNjEiLCJBIjoyNTUsIlIiOjIzNCwiRyI6MjIsIkIiOjMwfX0sIkxpbmVXZWlnaHQiOjAuMCwiTGluZVR5cGUiOjAsIlBhcmVudFN0eWxlIjpudWxsfSwiUGFyZW50U3R5bGUiOm51bGx9LCJUaXRsZVN0eWxlIjp7IiRpZCI6IjIzNjIiLCJGb250U2V0dGluZ3MiOnsiJGlkIjoiMjM2MyIsIkZvbnRTaXplIjoxMSwiRm9udE5hbWUiOiJDYWxpYnJpIiwiSXNCb2xkIjp0cnVlLCJJc0l0YWxpYyI6ZmFsc2UsIklzVW5kZXJsaW5lZCI6ZmFsc2UsIlBhcmVudFN0eWxlIjpudWxsfSwiQXV0b1NpemUiOjAsIkZvcmVncm91bmQiOnsiJGlkIjoiMjM2NCIsIkNvbG9yIjp7IiRpZCI6IjIzNjU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M2NiIsIlRvcCI6MC4wLCJMZWZ0IjowLjAsIlJpZ2h0IjowLjAsIkJvdHRvbSI6MC4wfSwiUGFkZGluZyI6eyIkaWQiOiIyMzY3IiwiVG9wIjowLjAsIkxlZnQiOjAuMCwiUmlnaHQiOjAuMCwiQm90dG9tIjowLjB9LCJCYWNrZ3JvdW5kIjp7IiRpZCI6IjIzNjgiLCJDb2xvciI6eyIkaWQiOiIyMzY5IiwiQSI6MCwiUiI6MjU1LCJHIjoyNTUsIkIiOjI1NX19LCJJc1Zpc2libGUiOnRydWUsIldpZHRoIjowLjAsIkhlaWdodCI6MC4wLCJCb3JkZXJTdHlsZSI6bnVsbCwiUGFyZW50U3R5bGUiOm51bGx9LCJEYXRlU3R5bGUiOnsiJGlkIjoiMjM3MCIsIkZvbnRTZXR0aW5ncyI6eyIkaWQiOiIyMzcxIiwiRm9udFNpemUiOjEwLCJGb250TmFtZSI6IkNhbGlicmkiLCJJc0JvbGQiOmZhbHNlLCJJc0l0YWxpYyI6ZmFsc2UsIklzVW5kZXJsaW5lZCI6ZmFsc2UsIlBhcmVudFN0eWxlIjpudWxsfSwiQXV0b1NpemUiOjAsIkZvcmVncm91bmQiOnsiJGlkIjoiMjM3MiIsIkNvbG9yIjp7IiRpZCI6IjIzNzM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zNzQiLCJUb3AiOjAuMCwiTGVmdCI6MC4wLCJSaWdodCI6MC4wLCJCb3R0b20iOjAuMH0sIlBhZGRpbmciOnsiJGlkIjoiMjM3NSIsIlRvcCI6MC4wLCJMZWZ0IjowLjAsIlJpZ2h0IjowLjAsIkJvdHRvbSI6MC4wfSwiQmFja2dyb3VuZCI6eyIkaWQiOiIyMzc2IiwiQ29sb3IiOnsiJGlkIjoiMjM3NyIsIkEiOjAsIlIiOjI1NSwiRyI6MjU1LCJCIjoyNTV9fSwiSXNWaXNpYmxlIjpmYWxzZSwiV2lkdGgiOjAuMCwiSGVpZ2h0IjowLjAsIkJvcmRlclN0eWxlIjpudWxsLCJQYXJlbnRTdHlsZSI6bnVsbH0sIkRhdGVGb3JtYXQiOnsiJGlkIjoiMjM3OC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IzNzkiLCJEYXRlUGFydElzVmlzaWJsZSI6dHJ1ZSwiVGltZVBhcnRJc1Zpc2libGUiOmZhbHNlfX0sIldlZWtOdW1iZXJpbmciOnsiJGlkIjoiMjM4MCIsIkZvcm1hdCI6MCwiSXNWaXNpYmxlIjpmYWxzZSwiTGFzdEtub3duVmlzaWJpbGl0eVN0YXRlIjpmYWxzZX0sIklzVmlzaWJsZSI6dHJ1ZSwiUGFyZW50U3R5bGUiOm51bGx9LCJEZWZhdWx0TW90U3R5bGUiOnsiJGlkIjoiMjM4MSIsIlNoYXBlIjo1LCJDb25uZWN0b3JNYXJnaW4iOnsiJGlkIjoiMjM4MiIsIlRvcCI6MC4wLCJMZWZ0IjoyLjAsIlJpZ2h0IjoyLjAsIkJvdHRvbSI6MC4wfSwiQ29ubmVjdG9yU3R5bGUiOnsiJGlkIjoiMjM4MyIsIkxpbmVDb2xvciI6eyIkaWQiOiIyMzg0IiwiJHR5cGUiOiJOTFJFLkNvbW1vbi5Eb20uU29saWRDb2xvckJydXNoLCBOTFJFLkNvbW1vbiIsIkNvbG9yIjp7IiRpZCI6IjIzODUiLCJBIjoxMjcsIlIiOjc5LCJHIjoxMjksIkIiOjE4OX19LCJMaW5lV2VpZ2h0IjoxLjAsIkxpbmVUeXBlIjowLCJQYXJlbnRTdHlsZSI6bnVsbH0sIklzQmVsb3dUaW1lYmFuZCI6ZmFsc2UsIlBvc2l0aW9uT25UYXNrIjoxLCJIaWRlRGF0ZSI6ZmFsc2UsIlNoYXBlU2l6ZSI6MSwiU3BhY2luZyI6MS4wLCJQYWRkaW5nIjp7IiRpZCI6IjIzODYiLCJUb3AiOjcuMCwiTGVmdCI6My4wLCJSaWdodCI6MC4wLCJCb3R0b20iOjIuMH0sIlNoYXBlU3R5bGUiOnsiJGlkIjoiMjM4NyIsIk1hcmdpbiI6eyIkaWQiOiIyMzg4IiwiVG9wIjowLjAsIkxlZnQiOjAuMCwiUmlnaHQiOjAuMCwiQm90dG9tIjowLjB9LCJQYWRkaW5nIjp7IiRpZCI6IjIzODkiLCJUb3AiOjAuMCwiTGVmdCI6MC4wLCJSaWdodCI6MC4wLCJCb3R0b20iOjAuMH0sIkJhY2tncm91bmQiOnsiJGlkIjoiMjM5MCIsIkNvbG9yIjp7IiRpZCI6IjIzOTEiLCJBIjoyNTUsIlIiOjE3OCwiRyI6MTQsIkIiOjE4fX0sIklzVmlzaWJsZSI6dHJ1ZSwiV2lkdGgiOjE4LjAsIkhlaWdodCI6MjAuMCwiQm9yZGVyU3R5bGUiOnsiJGlkIjoiMjM5MiIsIkxpbmVDb2xvciI6eyIkaWQiOiIyMzkzIiwiJHR5cGUiOiJOTFJFLkNvbW1vbi5Eb20uU29saWRDb2xvckJydXNoLCBOTFJFLkNvbW1vbiIsIkNvbG9yIjp7IiRpZCI6IjIzOTQiLCJBIjoyNTUsIlIiOjIzNCwiRyI6MjIsIkIiOjMwfX0sIkxpbmVXZWlnaHQiOjAuMCwiTGluZVR5cGUiOjAsIlBhcmVudFN0eWxlIjpudWxsfSwiUGFyZW50U3R5bGUiOm51bGx9LCJUaXRsZVN0eWxlIjp7IiRpZCI6IjIzOTUiLCJGb250U2V0dGluZ3MiOnsiJGlkIjoiMjM5NiIsIkZvbnRTaXplIjoxMSwiRm9udE5hbWUiOiJDYWxpYnJpIiwiSXNCb2xkIjp0cnVlLCJJc0l0YWxpYyI6ZmFsc2UsIklzVW5kZXJsaW5lZCI6ZmFsc2UsIlBhcmVudFN0eWxlIjpudWxsfSwiQXV0b1NpemUiOjAsIkZvcmVncm91bmQiOnsiJGlkIjoiMjM5NyIsIkNvbG9yIjp7IiRpZCI6IjIzOT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M5OSIsIlRvcCI6MC4wLCJMZWZ0IjowLjAsIlJpZ2h0IjowLjAsIkJvdHRvbSI6MC4wfSwiUGFkZGluZyI6eyIkaWQiOiIyNDAwIiwiVG9wIjowLjAsIkxlZnQiOjAuMCwiUmlnaHQiOjAuMCwiQm90dG9tIjowLjB9LCJCYWNrZ3JvdW5kIjp7IiRpZCI6IjI0MDEiLCJDb2xvciI6eyIkaWQiOiIyNDAyIiwiQSI6MCwiUiI6MjU1LCJHIjoyNTUsIkIiOjI1NX19LCJJc1Zpc2libGUiOnRydWUsIldpZHRoIjowLjAsIkhlaWdodCI6MC4wLCJCb3JkZXJTdHlsZSI6bnVsbCwiUGFyZW50U3R5bGUiOm51bGx9LCJEYXRlU3R5bGUiOnsiJGlkIjoiMjQwMyIsIkZvbnRTZXR0aW5ncyI6eyIkaWQiOiIyNDA0IiwiRm9udFNpemUiOjEwLCJGb250TmFtZSI6IkNhbGlicmkiLCJJc0JvbGQiOmZhbHNlLCJJc0l0YWxpYyI6ZmFsc2UsIklzVW5kZXJsaW5lZCI6ZmFsc2UsIlBhcmVudFN0eWxlIjpudWxsfSwiQXV0b1NpemUiOjAsIkZvcmVncm91bmQiOnsiJGlkIjoiMjQwNSIsIkNvbG9yIjp7IiRpZCI6IjI0MDY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0MDciLCJUb3AiOjAuMCwiTGVmdCI6MC4wLCJSaWdodCI6MC4wLCJCb3R0b20iOjAuMH0sIlBhZGRpbmciOnsiJGlkIjoiMjQwOCIsIlRvcCI6MC4wLCJMZWZ0IjowLjAsIlJpZ2h0IjowLjAsIkJvdHRvbSI6MC4wfSwiQmFja2dyb3VuZCI6eyIkaWQiOiIyNDA5IiwiQ29sb3IiOnsiJGlkIjoiMjQxMCIsIkEiOjAsIlIiOjI1NSwiRyI6MjU1LCJCIjoyNTV9fSwiSXNWaXNpYmxlIjpmYWxzZSwiV2lkdGgiOjAuMCwiSGVpZ2h0IjowLjAsIkJvcmRlclN0eWxlIjpudWxsLCJQYXJlbnRTdHlsZSI6bnVsbH0sIkRhdGVGb3JtYXQiOnsiJGlkIjoiMjQxMS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I0MTIiLCJEYXRlUGFydElzVmlzaWJsZSI6dHJ1ZSwiVGltZVBhcnRJc1Zpc2libGUiOmZhbHNlfX0sIldlZWtOdW1iZXJpbmciOnsiJGlkIjoiMjQxMyIsIkZvcm1hdCI6MCwiSXNWaXNpYmxlIjpmYWxzZSwiTGFzdEtub3duVmlzaWJpbGl0eVN0YXRlIjpmYWxzZX0sIklzVmlzaWJsZSI6dHJ1ZSwiUGFyZW50U3R5bGUiOm51bGx9LCJEZWZhdWx0VGFza1N0eWxlIjp7IiRpZCI6IjI0MTQiLCJTaGFwZSI6NywiU2hhcGVUaGlja25lc3MiOjAsIkR1cmF0aW9uRm9ybWF0Ijo1LCJJbmNsdWRlTm9uV29ya2luZ0RheXNJbkR1cmF0aW9uIjpmYWxzZSwiUGVyY2VudGFnZUNvbXBsZXRlU3R5bGUiOnsiJGlkIjoiMjQxNSIsIkZvbnRTZXR0aW5ncyI6eyIkaWQiOiIyNDE2IiwiRm9udFNpemUiOjEwLCJGb250TmFtZSI6IkNhbGlicmkiLCJJc0JvbGQiOmZhbHNlLCJJc0l0YWxpYyI6ZmFsc2UsIklzVW5kZXJsaW5lZCI6ZmFsc2UsIlBhcmVudFN0eWxlIjpudWxsfSwiQXV0b1NpemUiOjAsIkZvcmVncm91bmQiOnsiJGlkIjoiMjQxNyIsIkNvbG9yIjp7IiRpZCI6IjI0M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yZWYiOiIyMzEwIn19LCJJc1Zpc2libGUiOnRydWUsIldpZHRoIjowLjAsIkhlaWdodCI6MC4wLCJCb3JkZXJTdHlsZSI6bnVsbCwiUGFyZW50U3R5bGUiOm51bGx9LCJEdXJhdGlvblN0eWxlIjp7IiRpZCI6IjI0MjIiLCJGb250U2V0dGluZ3MiOnsiJGlkIjoiMjQyMyIsIkZvbnRTaXplIjoxMCwiRm9udE5hbWUiOiJDYWxpYnJpIiwiSXNCb2xkIjpmYWxzZSwiSXNJdGFsaWMiOmZhbHNlLCJJc1VuZGVybGluZWQiOmZhbHNlLCJQYXJlbnRTdHlsZSI6bnVsbH0sIkF1dG9TaXplIjowLCJGb3JlZ3JvdW5kIjp7IiRpZCI6IjI0MjQiLCJDb2xvciI6eyIkaWQiOiIyNDI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QyNiIsIlRvcCI6MC4wLCJMZWZ0IjowLjAsIlJpZ2h0IjowLjAsIkJvdHRvbSI6MC4wfSwiUGFkZGluZyI6eyIkaWQiOiIyNDI3IiwiVG9wIjowLjAsIkxlZnQiOjAuMCwiUmlnaHQiOjAuMCwiQm90dG9tIjowLjB9LCJCYWNrZ3JvdW5kIjp7IiRpZCI6IjI0MjgiLCJDb2xvciI6eyIkcmVmIjoiMjMxMCJ9fSwiSXNWaXNpYmxlIjp0cnVlLCJXaWR0aCI6MC4wLCJIZWlnaHQiOjAuMCwiQm9yZGVyU3R5bGUiOm51bGwsIlBhcmVudFN0eWxlIjpudWxsfSwiSG9yaXpvbnRhbENvbm5lY3RvclN0eWxlIjp7IiRpZCI6IjI0MjkiLCJMaW5lQ29sb3IiOnsiJGlkIjoiMjQzMCIsIiR0eXBlIjoiTkxSRS5Db21tb24uRG9tLlNvbGlkQ29sb3JCcnVzaCwgTkxSRS5Db21tb24iLCJDb2xvciI6eyIkaWQiOiIyNDMxIiwiQSI6MjU1LCJSIjoyMDQsIkciOjIwNCwiQiI6MjA0fX0sIkxpbmVXZWlnaHQiOjEuMCwiTGluZVR5cGUiOjAsIlBhcmVudFN0eWxlIjpudWxsfSwiVmVydGljYWxDb25uZWN0b3JTdHlsZSI6eyIkaWQiOiIyNDMyIiwiTGluZUNvbG9yIjp7IiRpZCI6IjI0MzMiLCIkdHlwZSI6Ik5MUkUuQ29tbW9uLkRvbS5Tb2xpZENvbG9yQnJ1c2gsIE5MUkUuQ29tbW9uIiwiQ29sb3IiOnsiJGlkIjoiMjQzNCIsIkEiOjI1NSwiUiI6MjA0LCJHIjoyMDQsIkIiOjIwNH19LCJMaW5lV2VpZ2h0IjowLjAsIkxpbmVUeXBlIjowLCJQYXJlbnRTdHlsZSI6bnVsbH0sIk1hcmdpbiI6bnVsbCwiU3RhcnREYXRlUG9zaXRpb24iOjYsIkVuZERhdGVQb3NpdGlvbiI6NiwiRGF0ZUlzVmlzaWJsZSI6ZmFsc2UsIlRpdGxlUG9zaXRpb24iOjUsIkR1cmF0aW9uUG9zaXRpb24iOjYsIlBlcmNlbnRhZ2VDb21wbGV0ZWRQb3NpdGlvbiI6NiwiU3BhY2luZyI6MywiSXNCZWxvd1RpbWViYW5kIjp0cnVlLCJQZXJjZW50YWdlQ29tcGxldGVTaGFwZU9wYWNpdHkiOjM1LCJTaGFwZVN0eWxlIjp7IiRpZCI6IjI0MzUiLCJNYXJnaW4iOnsiJGlkIjoiMjQzNiIsIlRvcCI6MC4wLCJMZWZ0Ijo0LjAsIlJpZ2h0Ijo0LjAsIkJvdHRvbSI6MC4wfSwiUGFkZGluZyI6eyIkaWQiOiIyNDM3IiwiVG9wIjowLjAsIkxlZnQiOjAuMCwiUmlnaHQiOjAuMCwiQm90dG9tIjowLjB9LCJCYWNrZ3JvdW5kIjp7IiRpZCI6IjI0MzgiLCJDb2xvciI6eyIkaWQiOiIyNDM5IiwiQSI6MjU1LCJSIjoyNTUsIkciOjE5MiwiQiI6MH19LCJJc1Zpc2libGUiOnRydWUsIldpZHRoIjowLjAsIkhlaWdodCI6MTAuMCwiQm9yZGVyU3R5bGUiOnsiJGlkIjoiMjQ0MCIsIkxpbmVDb2xvciI6eyIkaWQiOiIyNDQxIiwiJHR5cGUiOiJOTFJFLkNvbW1vbi5Eb20uU29saWRDb2xvckJydXNoLCBOTFJFLkNvbW1vbiIsIkNvbG9yIjp7IiRpZCI6IjI0NDIiLCJBIjoyNTUsIlIiOjIzNCwiRyI6MjIsIkIiOjMwfX0sIkxpbmVXZWlnaHQiOjAuMCwiTGluZVR5cGUiOjAsIlBhcmVudFN0eWxlIjpudWxsfSwiUGFyZW50U3R5bGUiOm51bGx9LCJUaXRsZVN0eWxlIjp7IiRpZCI6IjI0NDMiLCJGb250U2V0dGluZ3MiOnsiJGlkIjoiMjQ0NCIsIkZvbnRTaXplIjoxMSwiRm9udE5hbWUiOiJDYWxpYnJpIiwiSXNCb2xkIjp0cnVlLCJJc0l0YWxpYyI6ZmFsc2UsIklzVW5kZXJsaW5lZCI6ZmFsc2UsIlBhcmVudFN0eWxlIjpudWxsfSwiQXV0b1NpemUiOjAsIkZvcmVncm91bmQiOnsiJGlkIjoiMjQ0NSIsIkNvbG9yIjp7IiRpZCI6IjI0N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Q0NyIsIlRvcCI6MC4wLCJMZWZ0IjowLjAsIlJpZ2h0IjowLjAsIkJvdHRvbSI6MC4wfSwiUGFkZGluZyI6eyIkaWQiOiIyNDQ4IiwiVG9wIjowLjAsIkxlZnQiOjAuMCwiUmlnaHQiOjAuMCwiQm90dG9tIjowLjB9LCJCYWNrZ3JvdW5kIjp7IiRpZCI6IjI0NDkiLCJDb2xvciI6eyIkcmVmIjoiMjMxMCJ9fSwiSXNWaXNpYmxlIjp0cnVlLCJXaWR0aCI6MC4wLCJIZWlnaHQiOjAuMCwiQm9yZGVyU3R5bGUiOm51bGwsIlBhcmVudFN0eWxlIjpudWxsfSwiRGF0ZVN0eWxlIjp7IiRpZCI6IjI0NTAiLCJGb250U2V0dGluZ3MiOnsiJGlkIjoiMjQ1MSIsIkZvbnRTaXplIjoxMCwiRm9udE5hbWUiOiJDYWxpYnJpIiwiSXNCb2xkIjpmYWxzZSwiSXNJdGFsaWMiOmZhbHNlLCJJc1VuZGVybGluZWQiOmZhbHNlLCJQYXJlbnRTdHlsZSI6bnVsbH0sIkF1dG9TaXplIjowLCJGb3JlZ3JvdW5kIjp7IiRpZCI6IjI0NTIiLCJDb2xvciI6eyIkaWQiOiIyNDU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DU0IiwiVG9wIjowLjAsIkxlZnQiOjAuMCwiUmlnaHQiOjAuMCwiQm90dG9tIjowLjB9LCJQYWRkaW5nIjp7IiRpZCI6IjI0NTUiLCJUb3AiOjAuMCwiTGVmdCI6MC4wLCJSaWdodCI6MC4wLCJCb3R0b20iOjAuMH0sIkJhY2tncm91bmQiOnsiJGlkIjoiMjQ1NiIsIkNvbG9yIjp7IiRyZWYiOiIyMzEwIn19LCJJc1Zpc2libGUiOnRydWUsIldpZHRoIjowLjAsIkhlaWdodCI6MC4wLCJCb3JkZXJTdHlsZSI6bnVsbCwiUGFyZW50U3R5bGUiOm51bGx9LCJEYXRlRm9ybWF0Ijp7IiRpZCI6IjI0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1OCIsIkZvcm1hdCI6MCwiSXNWaXNpYmxlIjpmYWxzZSwiTGFzdEtub3duVmlzaWJpbGl0eVN0YXRlIjpmYWxzZX0sIklzVmlzaWJsZSI6dHJ1ZSwiUGFyZW50U3R5bGUiOm51bGwsIl9leHBsaWNpdGx5U2V0Ijp7IiRpZCI6IjI0NTk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lsZXN0b25lU3R5bGUiOnsiJGlkIjoiMjQ2MCIsIlRpdGxlUG9zaXRpb24iOiJSaWdodCIsIkRhdGVQb3NpdGlvbiI6IkxlZnQiLCJTaGFwZVR5cGUiOjAsIlNoYXBlU2l6ZSI6MSwiU3BhY2luZyI6NSwiU2hhcGVTdHlsZSI6eyIkaWQiOiIyNDYxIiwiTWFyZ2luIjp7IiRpZCI6IjI0NjIiLCJUb3AiOjAuMCwiTGVmdCI6MC4wLCJSaWdodCI6MC4wLCJCb3R0b20iOjAuMH0sIlBhZGRpbmciOnsiJGlkIjoiMjQ2MyIsIlRvcCI6MC4wLCJMZWZ0IjowLjAsIlJpZ2h0IjowLjAsIkJvdHRvbSI6MC4wfSwiQmFja2dyb3VuZCI6eyIkaWQiOiIyNDY0IiwiQ29sb3IiOnsiJGlkIjoiMjQ2NSIsIkEiOjI1NSwiUiI6MCwiRyI6MTE0LCJCIjoxODh9fSwiSXNWaXNpYmxlIjp0cnVlLCJXaWR0aCI6MTguMCwiSGVpZ2h0IjoyMC4wLCJCb3JkZXJTdHlsZSI6eyIkaWQiOiIyNDY2IiwiTGluZUNvbG9yIjp7IiRpZCI6IjI0NjciLCIkdHlwZSI6Ik5MUkUuQ29tbW9uLkRvbS5Tb2xpZENvbG9yQnJ1c2gsIE5MUkUuQ29tbW9uIiwiQ29sb3IiOnsiJGlkIjoiMjQ2OCIsIkEiOjI1NSwiUiI6MjU1LCJHIjowLCJCIjowfX0sIkxpbmVXZWlnaHQiOjAuMCwiTGluZVR5cGUiOjAsIlBhcmVudFN0eWxlIjpudWxsfSwiUGFyZW50U3R5bGUiOm51bGx9LCJUaXRsZVN0eWxlIjp7IiRpZCI6IjI0NjkiLCJGb250U2V0dGluZ3MiOnsiJGlkIjoiMjQ3MCIsIkZvbnRTaXplIjoxMSwiRm9udE5hbWUiOiJDYWxpYnJpIiwiSXNCb2xkIjp0cnVlLCJJc0l0YWxpYyI6ZmFsc2UsIklzVW5kZXJsaW5lZCI6ZmFsc2UsIlBhcmVudFN0eWxlIjpudWxsfSwiQXV0b1NpemUiOjAsIkZvcmVncm91bmQiOnsiJGlkIjoiMjQ3MSIsIkNvbG9yIjp7IiRpZCI6IjI0Nz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Q3MyIsIlRvcCI6MC4wLCJMZWZ0IjowLjAsIlJpZ2h0IjowLjAsIkJvdHRvbSI6MC4wfSwiUGFkZGluZyI6eyIkaWQiOiIyNDc0IiwiVG9wIjowLjAsIkxlZnQiOjAuMCwiUmlnaHQiOjAuMCwiQm90dG9tIjowLjB9LCJCYWNrZ3JvdW5kIjp7IiRpZCI6IjI0NzUiLCJDb2xvciI6eyIkaWQiOiIyNDc2IiwiQSI6ODksIlIiOjAsIkciOjAsIkIiOjB9fSwiSXNWaXNpYmxlIjp0cnVlLCJXaWR0aCI6MC4wLCJIZWlnaHQiOjAuMCwiQm9yZGVyU3R5bGUiOm51bGwsIlBhcmVudFN0eWxlIjpudWxsfSwiRGF0ZVN0eWxlIjp7IiRpZCI6IjI0NzciLCJGb250U2V0dGluZ3MiOnsiJGlkIjoiMjQ3OCIsIkZvbnRTaXplIjoxMCwiRm9udE5hbWUiOiJDYWxpYnJpIiwiSXNCb2xkIjpmYWxzZSwiSXNJdGFsaWMiOmZhbHNlLCJJc1VuZGVybGluZWQiOmZhbHNlLCJQYXJlbnRTdHlsZSI6bnVsbH0sIkF1dG9TaXplIjowLCJGb3JlZ3JvdW5kIjp7IiRpZCI6IjI0NzkiLCJDb2xvciI6eyIkaWQiOiIyND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DgxIiwiVG9wIjowLjAsIkxlZnQiOjAuMCwiUmlnaHQiOjAuMCwiQm90dG9tIjowLjB9LCJQYWRkaW5nIjp7IiRpZCI6IjI0ODIiLCJUb3AiOjAuMCwiTGVmdCI6MC4wLCJSaWdodCI6MC4wLCJCb3R0b20iOjAuMH0sIkJhY2tncm91bmQiOnsiJGlkIjoiMjQ4MyIsIkNvbG9yIjp7IiRpZCI6IjI0ODQiLCJBIjo4OSwiUiI6MCwiRyI6MCwiQiI6MH19LCJJc1Zpc2libGUiOmZhbHNlLCJXaWR0aCI6MC4wLCJIZWlnaHQiOjAuMCwiQm9yZGVyU3R5bGUiOm51bGwsIlBhcmVudFN0eWxlIjpudWxsfSwiRGF0ZUZvcm1hdCI6eyIkaWQiOiIyNDg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ODYiLCJGb3JtYXQiOjAsIklzVmlzaWJsZSI6ZmFsc2UsIkxhc3RLbm93blZpc2liaWxpdHlTdGF0ZSI6ZmFsc2V9LCJJc1Zpc2libGUiOnRydWUsIlBhcmVudFN0eWxlIjpudWxsfSwiR3JpZGxpbmVQYW5lbFN0eWxlIjp7IiRpZCI6IjI0ODciLCJHcmlkbGluZVN0eWxlIjp7IiRpZCI6IjI0ODgiLCJMaW5lQ29sb3IiOnsiJGlkIjoiMjQ4OSIsIiR0eXBlIjoiTkxSRS5Db21tb24uRG9tLlNvbGlkQ29sb3JCcnVzaCwgTkxSRS5Db21tb24iLCJDb2xvciI6eyIkaWQiOiIyNDkwIiwiQSI6MzgsIlIiOjAsIkciOjAsIkIiOjB9fSwiTGluZVdlaWdodCI6MS4wLCJMaW5lVHlwZSI6MCwiUGFyZW50U3R5bGUiOm51bGx9LCJNYXJnaW4iOnsiJGlkIjoiMjQ5MSIsIlRvcCI6MC4wLCJMZWZ0IjowLjAsIlJpZ2h0IjowLjAsIkJvdHRvbSI6MC4wfSwiUGFkZGluZyI6eyIkaWQiOiIyNDkyIiwiVG9wIjowLjAsIkxlZnQiOjAuMCwiUmlnaHQiOjAuMCwiQm90dG9tIjowLjB9LCJCYWNrZ3JvdW5kIjpudWxsLCJJc1Zpc2libGUiOnRydWUsIldpZHRoIjowLjAsIkhlaWdodCI6MC4wLCJCb3JkZXJTdHlsZSI6eyIkaWQiOiIyNDkzIiwiTGluZUNvbG9yIjpudWxsLCJMaW5lV2VpZ2h0IjowLjAsIkxpbmVUeXBlIjowLCJQYXJlbnRTdHlsZSI6bnVsbH0sIlBhcmVudFN0eWxlIjpudWxsfSwiQWN0aXZpdHlMaW5lUGFuZWxTdHlsZSI6eyIkaWQiOiIyNDk0IiwiQWN0aXZpdHlMaW5lU3R5bGUiOnsiJGlkIjoiMjQ5NSIsIkxpbmVDb2xvciI6eyIkaWQiOiIyNDk2IiwiJHR5cGUiOiJOTFJFLkNvbW1vbi5Eb20uU29saWRDb2xvckJydXNoLCBOTFJFLkNvbW1vbiIsIkNvbG9yIjp7IiRpZCI6IjI0OTciLCJBIjozOCwiUiI6NjgsIkciOjExNCwiQiI6MTk2fX0sIkxpbmVXZWlnaHQiOjEuMCwiTGluZVR5cGUiOjAsIlBhcmVudFN0eWxlIjpudWxsfSwiTWFyZ2luIjp7IiRpZCI6IjI0OTgiLCJUb3AiOjAuMCwiTGVmdCI6MC4wLCJSaWdodCI6MC4wLCJCb3R0b20iOjAuMH0sIlBhZGRpbmciOnsiJGlkIjoiMjQ5OSIsIlRvcCI6MC4wLCJMZWZ0IjowLjAsIlJpZ2h0IjowLjAsIkJvdHRvbSI6MC4wfSwiQmFja2dyb3VuZCI6bnVsbCwiSXNWaXNpYmxlIjp0cnVlLCJXaWR0aCI6MC4wLCJIZWlnaHQiOjAuMCwiQm9yZGVyU3R5bGUiOm51bGwsIlBhcmVudFN0eWxlIjpudWxsfSwiX3NlbGVjdGVkVGhlbWVQcmVzZXRDb2xvcnMiOnsiJGlkIjoiMjUwMCIsIlRleHRMaWdodCI6eyIkaWQiOiIyNTAxIiwiQSI6MjU1LCJSIjoyNTUsIkciOjI1NSwiQiI6MjU1fSwiVGV4dERhcmsiOnsiJGlkIjoiMjUwMiIsIkEiOjI1NSwiUiI6MCwiRyI6MCwiQiI6MH0sIkFjY2VudDEiOnsiJHJlZiI6IjIzMzMifSwiQWNjZW50MiI6eyIkcmVmIjoiMjI5NSJ9LCJBY2NlbnQzIjp7IiRpZCI6IjI1MDMiLCJBIjoyNTUsIlIiOjI1NSwiRyI6MTkyLCJCIjowfSwiQWNjZW50NCI6eyIkaWQiOiIyNTA0IiwiQSI6MjU1LCJSIjoyMzcsIkciOjEyNSwiQiI6NDl9LCJBY2NlbnQ1Ijp7IiRpZCI6IjI1MDUiLCJBIjoyNTUsIlIiOjExMiwiRyI6MTczLCJCIjo3MX0sIkFjY2VudDYiOnsiJGlkIjoiMjUwNiIsIkEiOjI1NSwiUiI6NjgsIkciOjExNCwiQiI6MTk2fSwiQWNjZW50NyI6eyIkaWQiOiIyNTA3IiwiQSI6MjU1LCJSIjoxNjAsIkciOjQzLCJCIjoxNDd9LCJBY2NlbnQ4Ijp7IiRpZCI6IjI1MDgiLCJBIjoyNTUsIlIiOjc4LCJHIjoxNjcsIkIiOjQ2fX0sIlNob3dFbGFwc2VkVGltZUdyYWRpZW50U3R5bGUiOmZhbHNlLCJUaW1lYmFuZFJlc2VydmVkTGVmdEFyZWFTdHlsZSI6eyIkaWQiOiIyNTA5IiwiQWN0aXZpdHlIZWFkZXJXaWR0aCI6MC4wLCJJc1NldCI6ZmFsc2V9LCJEZWZhdWx0U3dpbWxhbmVTdHlsZSI6eyIkaWQiOiIyNTEwIiwiSGVhZGVyU3R5bGUiOnsiJGlkIjoiMjUxMSIsIlRleHRTdHlsZSI6eyIkaWQiOiIyNTEyIiwiRm9udFNldHRpbmdzIjp7IiRpZCI6IjI1MTMiLCJGb250U2l6ZSI6MTIsIkZvbnROYW1lIjoiQ2FsaWJyaSIsIklzQm9sZCI6ZmFsc2UsIklzSXRhbGljIjpmYWxzZSwiSXNVbmRlcmxpbmVkIjpmYWxzZSwiUGFyZW50U3R5bGUiOm51bGx9LCJBdXRvU2l6ZSI6MCwiRm9yZWdyb3VuZCI6eyIkaWQiOiIyNTE0IiwiQ29sb3IiOnsiJGlkIjoiMjUxNSIsIkEiOjI1NSwiUiI6MzIsIkciOjU2LCJCIjoxMDB9fSwiTWF4V2lkdGgiOjAuMCwiTWF4SGVpZ2h0IjowLjAsIlNtYXJ0Rm9yZWdyb3VuZElzQWN0aXZlIjpmYWxzZSwiSG9yaXpvbnRhbEFsaWdubWVudCI6MCwiVmVydGljYWxBbGlnbm1lbnQiOjAsIlNtYXJ0Rm9yZWdyb3VuZCI6bnVsbCwiQmFja2dyb3VuZEZpbGxUeXBlIjowLCJNYXJnaW4iOnsiJGlkIjoiMjUxNiIsIlRvcCI6MC4wLCJMZWZ0IjowLjAsIlJpZ2h0IjowLjAsIkJvdHRvbSI6MC4wfSwiUGFkZGluZyI6eyIkaWQiOiIyNTE3IiwiVG9wIjowLjAsIkxlZnQiOjAuMCwiUmlnaHQiOjAuMCwiQm90dG9tIjowLjB9LCJCYWNrZ3JvdW5kIjpudWxsLCJJc1Zpc2libGUiOmZhbHNlLCJXaWR0aCI6MC4wLCJIZWlnaHQiOjAuMCwiQm9yZGVyU3R5bGUiOm51bGwsIlBhcmVudFN0eWxlIjpudWxsfSwiUmVjdGFuZ2xlU3R5bGUiOnsiJGlkIjoiMjUxOCIsIk1hcmdpbiI6eyIkaWQiOiIyNTE5IiwiVG9wIjowLjAsIkxlZnQiOjAuMCwiUmlnaHQiOjAuMCwiQm90dG9tIjowLjB9LCJQYWRkaW5nIjp7IiRpZCI6IjI1MjAiLCJUb3AiOjAuMCwiTGVmdCI6MC4wLCJSaWdodCI6MC4wLCJCb3R0b20iOjAuMH0sIkJhY2tncm91bmQiOnsiJGlkIjoiMjUyMSIsIkNvbG9yIjp7IiRpZCI6IjI1MjIiLCJBIjoxMjcsIlIiOjkxLCJHIjoxNTUsIkIiOjIxM319LCJJc1Zpc2libGUiOmZhbHNlLCJXaWR0aCI6MC4wLCJIZWlnaHQiOjAuMCwiQm9yZGVyU3R5bGUiOnsiJGlkIjoiMjUyMyIsIkxpbmVDb2xvciI6eyIkaWQiOiIyNTI0IiwiJHR5cGUiOiJOTFJFLkNvbW1vbi5Eb20uU29saWRDb2xvckJydXNoLCBOTFJFLkNvbW1vbiIsIkNvbG9yIjp7IiRpZCI6IjI1MjUiLCJBIjoyNTUsIlIiOjI1NSwiRyI6MCwiQiI6MH19LCJMaW5lV2VpZ2h0IjowLjAsIkxpbmVUeXBlIjowLCJQYXJlbnRTdHlsZSI6bnVsbH0sIlBhcmVudFN0eWxlIjpudWxsfSwiTWFyZ2luIjp7IiRpZCI6IjI1MjYiLCJUb3AiOjAuMCwiTGVmdCI6MC4wLCJSaWdodCI6MC4wLCJCb3R0b20iOjAuMH0sIlBhZGRpbmciOnsiJGlkIjoiMjUyNyIsIlRvcCI6MC4wLCJMZWZ0IjowLjAsIlJpZ2h0IjowLjAsIkJvdHRvbSI6MC4wfSwiQmFja2dyb3VuZCI6bnVsbCwiSXNWaXNpYmxlIjp0cnVlLCJXaWR0aCI6MC4wLCJIZWlnaHQiOjAuMCwiQm9yZGVyU3R5bGUiOm51bGwsIlBhcmVudFN0eWxlIjpudWxsfSwiQmFja2dyb3VuZFN0eWxlIjp7IiRpZCI6IjI1MjgiLCJNYXJnaW4iOnsiJGlkIjoiMjUyOSIsIlRvcCI6MC4wLCJMZWZ0IjowLjAsIlJpZ2h0IjowLjAsIkJvdHRvbSI6MC4wfSwiUGFkZGluZyI6eyIkaWQiOiIyNTMwIiwiVG9wIjowLjAsIkxlZnQiOjAuMCwiUmlnaHQiOjAuMCwiQm90dG9tIjowLjB9LCJCYWNrZ3JvdW5kIjp7IiRpZCI6IjI1MzEiLCJDb2xvciI6eyIkaWQiOiIyNTMyIiwiQSI6MzgsIlIiOjkxLCJHIjoxNTUsIkIiOjIxM319LCJJc1Zpc2libGUiOnRydWUsIldpZHRoIjowLjAsIkhlaWdodCI6MC4wLCJCb3JkZXJTdHlsZSI6eyIkaWQiOiIyNTMzIiwiTGluZUNvbG9yIjp7IiRpZCI6IjI1MzQiLCIkdHlwZSI6Ik5MUkUuQ29tbW9uLkRvbS5Tb2xpZENvbG9yQnJ1c2gsIE5MUkUuQ29tbW9uIiwiQ29sb3IiOnsiJGlkIjoiMjUzNSIsIkEiOjI1NSwiUiI6MjU1LCJHIjowLCJCIjowfX0sIkxpbmVXZWlnaHQiOjAuMCwiTGluZVR5cGUiOjAsIlBhcmVudFN0eWxlIjpudWxsfSwiUGFyZW50U3R5bGUiOm51bGx9LCJJc0Fib3ZlVGltZWJhbmQiOmZhbHNlLCJNYXJnaW4iOnsiJGlkIjoiMjUzNiIsIlRvcCI6MC4wLCJMZWZ0IjowLjAsIlJpZ2h0IjowLjAsIkJvdHRvbSI6MC4wfSwiUGFkZGluZyI6eyIkaWQiOiIyNTM3IiwiVG9wIjowLjAsIkxlZnQiOjAuMCwiUmlnaHQiOjAuMCwiQm90dG9tIjowLjB9LCJJc1Zpc2libGUiOnRydWUsIldpZHRoIjowLjAsIkhlaWdodCI6MC4wLCJCb3JkZXJTdHlsZSI6bnVsbCwiUGFyZW50U3R5bGUiOm51bGx9LCJEZWZhdWx0U3dpbWxhbmVWMlN0eWxlIjp7IiRpZCI6IjI1MzgiLCJTdHlsZUlkIjoiMDAwMDAwMDAtMDAwMC0wMDAwLTAwMDAtMDAwMDAwMDAwMDAwIiwiSGVhZGVyU3R5bGUiOnsiJGlkIjoiMjUzOSIsIlRleHRJc1ZlcnRpY2FsIjpmYWxzZSwiVGV4dFN0eWxlIjp7IiRpZCI6IjI1NDAiLCJGb250U2V0dGluZ3MiOnsiJGlkIjoiMjU0MSIsIkZvbnRTaXplIjoxMiwiRm9udE5hbWUiOiJDYWxpYnJpIiwiSXNCb2xkIjp0cnVlLCJJc0l0YWxpYyI6ZmFsc2UsIklzVW5kZXJsaW5lZCI6ZmFsc2UsIlBhcmVudFN0eWxlIjpudWxsfSwiQXV0b1NpemUiOjIsIkZvcmVncm91bmQiOnsiJGlkIjoiMjU0MiIsIkNvbG9yIjp7IiRpZCI6IjI1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yNTQ0IiwiVG9wIjowLjAsIkxlZnQiOjAuMCwiUmlnaHQiOjAuMCwiQm90dG9tIjowLjB9LCJQYWRkaW5nIjp7IiRpZCI6IjI1NDUiLCJUb3AiOjAuMCwiTGVmdCI6MC4wLCJSaWdodCI6MC4wLCJCb3R0b20iOjAuMH0sIkJhY2tncm91bmQiOm51bGwsIklzVmlzaWJsZSI6ZmFsc2UsIldpZHRoIjowLjAsIkhlaWdodCI6MC4wLCJCb3JkZXJTdHlsZSI6bnVsbCwiUGFyZW50U3R5bGUiOm51bGx9LCJSZWN0YW5nbGVTdHlsZSI6eyIkaWQiOiIyNTQ2IiwiTWFyZ2luIjp7IiRpZCI6IjI1NDciLCJUb3AiOjAuMCwiTGVmdCI6MC4wLCJSaWdodCI6MC4wLCJCb3R0b20iOjAuMH0sIlBhZGRpbmciOnsiJGlkIjoiMjU0OCIsIlRvcCI6MC4wLCJMZWZ0IjowLjAsIlJpZ2h0IjowLjAsIkJvdHRvbSI6MC4wfSwiQmFja2dyb3VuZCI6eyIkaWQiOiIyNTQ5IiwiQ29sb3IiOnsiJGlkIjoiMjU1MCIsIkEiOjI1NSwiUiI6MjU1LCJHIjoxOTIsIkIiOjB9fSwiSXNWaXNpYmxlIjp0cnVlLCJXaWR0aCI6MC4wLCJIZWlnaHQiOjAuMCwiQm9yZGVyU3R5bGUiOnsiJGlkIjoiMjU1MSIsIkxpbmVDb2xvciI6eyIkaWQiOiIyNTUyIiwiJHR5cGUiOiJOTFJFLkNvbW1vbi5Eb20uU29saWRDb2xvckJydXNoLCBOTFJFLkNvbW1vbiIsIkNvbG9yIjp7IiRpZCI6IjI1NTMiLCJBIjoyNTUsIlIiOjIyLCJHIjoyOCwiQiI6MzV9fSwiTGluZVdlaWdodCI6MC4wLCJMaW5lVHlwZSI6MCwiUGFyZW50U3R5bGUiOm51bGx9LCJQYXJlbnRTdHlsZSI6bnVsbH0sIk1hcmdpbiI6eyIkaWQiOiIyNTU0IiwiVG9wIjowLjAsIkxlZnQiOjAuMCwiUmlnaHQiOjAuMCwiQm90dG9tIjowLjB9LCJQYWRkaW5nIjp7IiRpZCI6IjI1NTUiLCJUb3AiOjAuMCwiTGVmdCI6MC4wLCJSaWdodCI6MC4wLCJCb3R0b20iOjAuMH0sIkJhY2tncm91bmQiOm51bGwsIklzVmlzaWJsZSI6dHJ1ZSwiV2lkdGgiOjAuMCwiSGVpZ2h0IjowLjAsIkJvcmRlclN0eWxlIjpudWxsLCJQYXJlbnRTdHlsZSI6bnVsbH0sIkJhY2tncm91bmRTdHlsZSI6eyIkaWQiOiIyNTU2IiwiTWFyZ2luIjp7IiRpZCI6IjI1NTciLCJUb3AiOjAuMCwiTGVmdCI6MC4wLCJSaWdodCI6MC4wLCJCb3R0b20iOjAuMH0sIlBhZGRpbmciOnsiJGlkIjoiMjU1OCIsIlRvcCI6MC4wLCJMZWZ0IjowLjAsIlJpZ2h0IjowLjAsIkJvdHRvbSI6MC4wfSwiQmFja2dyb3VuZCI6eyIkaWQiOiIyNTU5IiwiQ29sb3IiOnsiJGlkIjoiMjU2MCIsIkEiOjM4LCJSIjoyNTUsIkciOjE5MiwiQiI6MH19LCJJc1Zpc2libGUiOnRydWUsIldpZHRoIjowLjAsIkhlaWdodCI6MC4wLCJCb3JkZXJTdHlsZSI6eyIkaWQiOiIyNTYxIiwiTGluZUNvbG9yIjp7IiRpZCI6IjI1NjIiLCIkdHlwZSI6Ik5MUkUuQ29tbW9uLkRvbS5Tb2xpZENvbG9yQnJ1c2gsIE5MUkUuQ29tbW9uIiwiQ29sb3IiOnsiJGlkIjoiMjU2MyIsIkEiOjI1NSwiUiI6MjM0LCJHIjoyMiwiQiI6MzB9fSwiTGluZVdlaWdodCI6MC4wLCJMaW5lVHlwZSI6MCwiUGFyZW50U3R5bGUiOm51bGx9LCJQYXJlbnRTdHlsZSI6bnVsbH0sIklzQWJvdmVUaW1lYmFuZCI6ZmFsc2UsIlNwYWNpbmciOjUsIkRlZmF1bHRTd2ltbGFuZVRhc2tTdHlsZSI6eyIkaWQiOiIyNTY0IiwiJHR5cGUiOiJOTFJFLkNvbW1vbi5Eb20uU3R5bGVzLkV4cGxpY2l0U2V0YWJsZVRhc2tTdHlsZSwgTkxSRS5Db21tb24iLCJTaGFwZSI6NywiU2hhcGVUaGlja25lc3MiOjAsIkR1cmF0aW9uRm9ybWF0IjowLCJJbmNsdWRlTm9uV29ya2luZ0RheXNJbkR1cmF0aW9uIjpmYWxzZSwiUGVyY2VudGFnZUNvbXBsZXRlU3R5bGUiOnsiJGlkIjoiMjU2NSIsIkZvbnRTZXR0aW5ncyI6eyIkaWQiOiIyNTY2IiwiRm9udFNpemUiOjEwLCJGb250TmFtZSI6IkNhbGlicmkiLCJJc0JvbGQiOnRydWUsIklzSXRhbGljIjpmYWxzZSwiSXNVbmRlcmxpbmVkIjpmYWxzZSwiUGFyZW50U3R5bGUiOm51bGx9LCJBdXRvU2l6ZSI6MCwiRm9yZWdyb3VuZCI6eyIkaWQiOiIyNTY3IiwiQ29sb3IiOnsiJGlkIjoiMjU2OCIsIkEiOjI1NSwiUiI6MTI3LCJHIjo5NiwiQiI6MH19LCJNYXhXaWR0aCI6MjAwLjAsIk1heEhlaWdodCI6IkluZmluaXR5IiwiU21hcnRGb3JlZ3JvdW5kSXNBY3RpdmUiOmZhbHNlLCJIb3Jpem9udGFsQWxpZ25tZW50IjowLCJWZXJ0aWNhbEFsaWdubWVudCI6MCwiU21hcnRGb3JlZ3JvdW5kIjpudWxsLCJCYWNrZ3JvdW5kRmlsbFR5cGUiOjAsIk1hcmdpbiI6eyIkaWQiOiIyNTY5IiwiVG9wIjowLjAsIkxlZnQiOjAuMCwiUmlnaHQiOjAuMCwiQm90dG9tIjowLjB9LCJQYWRkaW5nIjp7IiRpZCI6IjI1NzAiLCJUb3AiOjAuMCwiTGVmdCI6MC4wLCJSaWdodCI6MC4wLCJCb3R0b20iOjAuMH0sIkJhY2tncm91bmQiOnsiJGlkIjoiMjU3MSIsIkNvbG9yIjp7IiRpZCI6IjI1NzIiLCJBIjo4OSwiUiI6MCwiRyI6MCwiQiI6MH19LCJJc1Zpc2libGUiOnRydWUsIldpZHRoIjowLjAsIkhlaWdodCI6MC4wLCJCb3JkZXJTdHlsZSI6bnVsbCwiUGFyZW50U3R5bGUiOm51bGx9LCJEdXJhdGlvblN0eWxlIjp7IiRpZCI6IjI1NzMiLCJGb250U2V0dGluZ3MiOnsiJGlkIjoiMjU3NCIsIkZvbnRTaXplIjoxMCwiRm9udE5hbWUiOiJDYWxpYnJpIiwiSXNCb2xkIjpmYWxzZSwiSXNJdGFsaWMiOmZhbHNlLCJJc1VuZGVybGluZWQiOmZhbHNlLCJQYXJlbnRTdHlsZSI6bnVsbH0sIkF1dG9TaXplIjowLCJGb3JlZ3JvdW5kIjp7IiRpZCI6IjI1NzUiLCJDb2xvciI6eyIkaWQiOiIyNTc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3NyIsIlRvcCI6MC4wLCJMZWZ0IjowLjAsIlJpZ2h0IjowLjAsIkJvdHRvbSI6MC4wfSwiUGFkZGluZyI6eyIkaWQiOiIyNTc4IiwiVG9wIjowLjAsIkxlZnQiOjAuMCwiUmlnaHQiOjAuMCwiQm90dG9tIjowLjB9LCJCYWNrZ3JvdW5kIjp7IiRpZCI6IjI1NzkiLCJDb2xvciI6eyIkaWQiOiIyNTgwIiwiQSI6ODksIlIiOjAsIkciOjAsIkIiOjB9fSwiSXNWaXNpYmxlIjp0cnVlLCJXaWR0aCI6MC4wLCJIZWlnaHQiOjAuMCwiQm9yZGVyU3R5bGUiOm51bGwsIlBhcmVudFN0eWxlIjpudWxsfSwiSG9yaXpvbnRhbENvbm5lY3RvclN0eWxlIjp7IiRpZCI6IjI1ODEiLCJMaW5lQ29sb3IiOnsiJGlkIjoiMjU4MiIsIiR0eXBlIjoiTkxSRS5Db21tb24uRG9tLlNvbGlkQ29sb3JCcnVzaCwgTkxSRS5Db21tb24iLCJDb2xvciI6eyIkaWQiOiIyNTgzIiwiQSI6MjU1LCJSIjoyMDQsIkciOjIwNCwiQiI6MjA0fX0sIkxpbmVXZWlnaHQiOjEuMCwiTGluZVR5cGUiOjAsIlBhcmVudFN0eWxlIjpudWxsfSwiVmVydGljYWxDb25uZWN0b3JTdHlsZSI6eyIkaWQiOiIyNTg0IiwiTGluZUNvbG9yIjp7IiRpZCI6IjI1ODUiLCIkdHlwZSI6Ik5MUkUuQ29tbW9uLkRvbS5Tb2xpZENvbG9yQnJ1c2gsIE5MUkUuQ29tbW9uIiwiQ29sb3IiOnsiJGlkIjoiMjU4N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CwiU3BhY2luZyI6MywiSXNCZWxvd1RpbWViYW5kIjp0cnVlLCJQZXJjZW50YWdlQ29tcGxldGVTaGFwZU9wYWNpdHkiOjM1LCJTaGFwZVN0eWxlIjp7IiRpZCI6IjI1ODciLCJNYXJnaW4iOnsiJGlkIjoiMjU4OCIsIlRvcCI6MC4wLCJMZWZ0Ijo0LjAsIlJpZ2h0Ijo0LjAsIkJvdHRvbSI6MC4wfSwiUGFkZGluZyI6eyIkaWQiOiIyNTg5IiwiVG9wIjowLjAsIkxlZnQiOjAuMCwiUmlnaHQiOjAuMCwiQm90dG9tIjowLjB9LCJCYWNrZ3JvdW5kIjp7IiRpZCI6IjI1OTAiLCJDb2xvciI6eyIkaWQiOiIyNTkxIiwiQSI6MjU1LCJSIjoyNTUsIkciOjE5MiwiQiI6MH19LCJJc1Zpc2libGUiOnRydWUsIldpZHRoIjowLjAsIkhlaWdodCI6MTAuMCwiQm9yZGVyU3R5bGUiOnsiJGlkIjoiMjU5MiIsIkxpbmVDb2xvciI6eyIkaWQiOiIyNTkzIiwiJHR5cGUiOiJOTFJFLkNvbW1vbi5Eb20uU29saWRDb2xvckJydXNoLCBOTFJFLkNvbW1vbiIsIkNvbG9yIjp7IiRpZCI6IjI1OTQiLCJBIjoyNTUsIlIiOjIzNCwiRyI6MjIsIkIiOjMwfX0sIkxpbmVXZWlnaHQiOjAuMCwiTGluZVR5cGUiOjAsIlBhcmVudFN0eWxlIjpudWxsfSwiUGFyZW50U3R5bGUiOm51bGx9LCJUaXRsZVN0eWxlIjp7IiRpZCI6IjI1OTUiLCJGb250U2V0dGluZ3MiOnsiJGlkIjoiMjU5NiIsIkZvbnRTaXplIjoxMSwiRm9udE5hbWUiOiJDYWxpYnJpIiwiSXNCb2xkIjp0cnVlLCJJc0l0YWxpYyI6ZmFsc2UsIklzVW5kZXJsaW5lZCI6ZmFsc2UsIlBhcmVudFN0eWxlIjpudWxsfSwiQXV0b1NpemUiOjAsIkZvcmVncm91bmQiOnsiJGlkIjoiMjU5NyIsIkNvbG9yIjp7IiRpZCI6IjI1OT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U5OSIsIlRvcCI6MC4wLCJMZWZ0IjowLjAsIlJpZ2h0IjowLjAsIkJvdHRvbSI6MC4wfSwiUGFkZGluZyI6eyIkaWQiOiIyNjAwIiwiVG9wIjowLjAsIkxlZnQiOjAuMCwiUmlnaHQiOjAuMCwiQm90dG9tIjowLjB9LCJCYWNrZ3JvdW5kIjp7IiRpZCI6IjI2MDEiLCJDb2xvciI6eyIkaWQiOiIyNjAyIiwiQSI6MCwiUiI6MjU1LCJHIjoyNTUsIkIiOjI1NX19LCJJc1Zpc2libGUiOnRydWUsIldpZHRoIjowLjAsIkhlaWdodCI6MC4wLCJCb3JkZXJTdHlsZSI6bnVsbCwiUGFyZW50U3R5bGUiOm51bGx9LCJEYXRlU3R5bGUiOnsiJGlkIjoiMjYwMyIsIkZvbnRTZXR0aW5ncyI6eyIkaWQiOiIyNjA0IiwiRm9udFNpemUiOjEwLCJGb250TmFtZSI6IkNhbGlicmkiLCJJc0JvbGQiOmZhbHNlLCJJc0l0YWxpYyI6ZmFsc2UsIklzVW5kZXJsaW5lZCI6ZmFsc2UsIlBhcmVudFN0eWxlIjpudWxsfSwiQXV0b1NpemUiOjAsIkZvcmVncm91bmQiOnsiJGlkIjoiMjYwNSIsIkNvbG9yIjp7IiRpZCI6IjI2MD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2MDciLCJUb3AiOjAuMCwiTGVmdCI6MC4wLCJSaWdodCI6MC4wLCJCb3R0b20iOjAuMH0sIlBhZGRpbmciOnsiJGlkIjoiMjYwOCIsIlRvcCI6MC4wLCJMZWZ0IjowLjAsIlJpZ2h0IjowLjAsIkJvdHRvbSI6MC4wfSwiQmFja2dyb3VuZCI6eyIkaWQiOiIyNjA5IiwiQ29sb3IiOnsiJHJlZiI6IjI1ODAifX0sIklzVmlzaWJsZSI6dHJ1ZSwiV2lkdGgiOjAuMCwiSGVpZ2h0IjowLjAsIkJvcmRlclN0eWxlIjpudWxsLCJQYXJlbnRTdHlsZSI6bnVsbH0sIkRhdGVGb3JtYXQiOnsiJGlkIjoiMjY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ExIiwiRm9ybWF0IjowLCJJc1Zpc2libGUiOmZhbHNlLCJMYXN0S25vd25WaXNpYmlsaXR5U3RhdGUiOmZhbHNlfSwiSXNWaXNpYmxlIjp0cnVlLCJQYXJlbnRTdHlsZSI6bnVsbCwiX2V4cGxpY2l0bHlTZXQiOnsiJGlkIjoiMjYxMi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NjEzIiwiU2hhcGUiOjE0LCJDb25uZWN0b3JNYXJnaW4iOnsiJGlkIjoiMjYxNCIsIlRvcCI6MC4wLCJMZWZ0IjoyLjAsIlJpZ2h0IjoyLjAsIkJvdHRvbSI6MC4wfSwiQ29ubmVjdG9yU3R5bGUiOnsiJGlkIjoiMjYxNSIsIkxpbmVDb2xvciI6eyIkaWQiOiIyNjE2IiwiJHR5cGUiOiJOTFJFLkNvbW1vbi5Eb20uU29saWRDb2xvckJydXNoLCBOTFJFLkNvbW1vbiIsIkNvbG9yIjp7IiRpZCI6IjI2MTciLCJBIjoxMjcsIlIiOjEyNywiRyI6OTYsIkIiOjB9fSwiTGluZVdlaWdodCI6MS4wLCJMaW5lVHlwZSI6MCwiUGFyZW50U3R5bGUiOm51bGx9LCJJc0JlbG93VGltZWJhbmQiOnRydWUsIlBvc2l0aW9uT25UYXNrIjozLCJIaWRlRGF0ZSI6ZmFsc2UsIlNoYXBlU2l6ZSI6MSwiU3BhY2luZyI6MS4wLCJQYWRkaW5nIjp7IiRpZCI6IjI2MTgiLCJUb3AiOjcuMCwiTGVmdCI6My4wLCJSaWdodCI6MC4wLCJCb3R0b20iOjIuMH0sIlNoYXBlU3R5bGUiOnsiJGlkIjoiMjYxOSIsIk1hcmdpbiI6eyIkaWQiOiIyNjIwIiwiVG9wIjowLjAsIkxlZnQiOjAuMCwiUmlnaHQiOjAuMCwiQm90dG9tIjowLjB9LCJQYWRkaW5nIjp7IiRpZCI6IjI2MjEiLCJUb3AiOjAuMCwiTGVmdCI6MC4wLCJSaWdodCI6MC4wLCJCb3R0b20iOjAuMH0sIkJhY2tncm91bmQiOnsiJGlkIjoiMjYyMiIsIkNvbG9yIjp7IiRpZCI6IjI2MjMiLCJBIjoyNTUsIlIiOjEyNywiRyI6OTYsIkIiOjB9fSwiSXNWaXNpYmxlIjp0cnVlLCJXaWR0aCI6MTguMCwiSGVpZ2h0IjoyMC4wLCJCb3JkZXJTdHlsZSI6eyIkaWQiOiIyNjI0IiwiTGluZUNvbG9yIjp7IiRpZCI6IjI2MjUiLCIkdHlwZSI6Ik5MUkUuQ29tbW9uLkRvbS5Tb2xpZENvbG9yQnJ1c2gsIE5MUkUuQ29tbW9uIiwiQ29sb3IiOnsiJGlkIjoiMjYyNiIsIkEiOjI1NSwiUiI6MjM0LCJHIjoyMiwiQiI6MzB9fSwiTGluZVdlaWdodCI6MC4wLCJMaW5lVHlwZSI6MCwiUGFyZW50U3R5bGUiOm51bGx9LCJQYXJlbnRTdHlsZSI6bnVsbH0sIlRpdGxlU3R5bGUiOnsiJGlkIjoiMjYyNyIsIkZvbnRTZXR0aW5ncyI6eyIkaWQiOiIyNjI4IiwiRm9udFNpemUiOjExLCJGb250TmFtZSI6IkNhbGlicmkiLCJJc0JvbGQiOnRydWUsIklzSXRhbGljIjpmYWxzZSwiSXNVbmRlcmxpbmVkIjpmYWxzZSwiUGFyZW50U3R5bGUiOm51bGx9LCJBdXRvU2l6ZSI6MCwiRm9yZWdyb3VuZCI6eyIkaWQiOiIyNjI5IiwiQ29sb3IiOnsiJGlkIjoiMjYzM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yNjMxIiwiVG9wIjowLjAsIkxlZnQiOjAuMCwiUmlnaHQiOjAuMCwiQm90dG9tIjowLjB9LCJQYWRkaW5nIjp7IiRpZCI6IjI2MzIiLCJUb3AiOjAuMCwiTGVmdCI6MC4wLCJSaWdodCI6MC4wLCJCb3R0b20iOjAuMH0sIkJhY2tncm91bmQiOnsiJGlkIjoiMjYzMyIsIkNvbG9yIjp7IiRpZCI6IjI2MzQiLCJBIjowLCJSIjoyNTUsIkciOjI1NSwiQiI6MjU1fX0sIklzVmlzaWJsZSI6ZmFsc2UsIldpZHRoIjowLjAsIkhlaWdodCI6MC4wLCJCb3JkZXJTdHlsZSI6bnVsbCwiUGFyZW50U3R5bGUiOm51bGx9LCJEYXRlU3R5bGUiOnsiJGlkIjoiMjYzNSIsIkZvbnRTZXR0aW5ncyI6eyIkaWQiOiIyNjM2IiwiRm9udFNpemUiOjEwLCJGb250TmFtZSI6IkNhbGlicmkiLCJJc0JvbGQiOmZhbHNlLCJJc0l0YWxpYyI6ZmFsc2UsIklzVW5kZXJsaW5lZCI6ZmFsc2UsIlBhcmVudFN0eWxlIjpudWxsfSwiQXV0b1NpemUiOjAsIkZvcmVncm91bmQiOnsiJGlkIjoiMjYzNyIsIkNvbG9yIjp7IiRpZCI6IjI2Mz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2MzkiLCJUb3AiOjAuMCwiTGVmdCI6MC4wLCJSaWdodCI6MC4wLCJCb3R0b20iOjAuMH0sIlBhZGRpbmciOnsiJGlkIjoiMjY0MCIsIlRvcCI6MC4wLCJMZWZ0IjowLjAsIlJpZ2h0IjowLjAsIkJvdHRvbSI6MC4wfSwiQmFja2dyb3VuZCI6eyIkaWQiOiIyNjQxIiwiQ29sb3IiOnsiJGlkIjoiMjY0MiIsIkEiOjAsIlIiOjI1NSwiRyI6MjU1LCJCIjoyNTV9fSwiSXNWaXNpYmxlIjpmYWxzZSwiV2lkdGgiOjAuMCwiSGVpZ2h0IjowLjAsIkJvcmRlclN0eWxlIjpudWxsLCJQYXJlbnRTdHlsZSI6bnVsbH0sIkRhdGVGb3JtYXQiOnsiJGlkIjoiMjY0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0IiwiRm9ybWF0IjowLCJJc1Zpc2libGUiOmZhbHNlLCJMYXN0S25vd25WaXNpYmlsaXR5U3RhdGUiOmZhbHNlfSwiSXNWaXNpYmxlIjp0cnVlLCJQYXJlbnRTdHlsZSI6bnVsbH0sIkRlZmF1bHRTd2ltbGFuZU1pbGVzdG9uZVN0eWxlIjp7IiRpZCI6IjI2NDUiLCJUaXRsZVBvc2l0aW9uIjoiUmlnaHQiLCJEYXRlUG9zaXRpb24iOiJMZWZ0IiwiU2hhcGVUeXBlIjowLCJTaGFwZVNpemUiOjEsIlNwYWNpbmciOjUsIlNoYXBlU3R5bGUiOnsiJGlkIjoiMjY0NiIsIk1hcmdpbiI6eyIkaWQiOiIyNjQ3IiwiVG9wIjowLjAsIkxlZnQiOjAuMCwiUmlnaHQiOjAuMCwiQm90dG9tIjowLjB9LCJQYWRkaW5nIjp7IiRpZCI6IjI2NDgiLCJUb3AiOjAuMCwiTGVmdCI6MC4wLCJSaWdodCI6MC4wLCJCb3R0b20iOjAuMH0sIkJhY2tncm91bmQiOnsiJGlkIjoiMjY0OSIsIkNvbG9yIjp7IiRpZCI6IjI2NTAiLCJBIjoyNTUsIlIiOjI1NSwiRyI6MTkyLCJCIjowfX0sIklzVmlzaWJsZSI6dHJ1ZSwiV2lkdGgiOjE4LjAsIkhlaWdodCI6MjAuMCwiQm9yZGVyU3R5bGUiOnsiJGlkIjoiMjY1MSIsIkxpbmVDb2xvciI6eyIkaWQiOiIyNjUyIiwiJHR5cGUiOiJOTFJFLkNvbW1vbi5Eb20uU29saWRDb2xvckJydXNoLCBOTFJFLkNvbW1vbiIsIkNvbG9yIjp7IiRpZCI6IjI2NTMiLCJBIjoyNTUsIlIiOjIzNCwiRyI6MjIsIkIiOjMwfX0sIkxpbmVXZWlnaHQiOjAuMCwiTGluZVR5cGUiOjAsIlBhcmVudFN0eWxlIjpudWxsfSwiUGFyZW50U3R5bGUiOm51bGx9LCJUaXRsZVN0eWxlIjp7IiRpZCI6IjI2NTQiLCJGb250U2V0dGluZ3MiOnsiJGlkIjoiMjY1NSIsIkZvbnRTaXplIjoxMSwiRm9udE5hbWUiOiJDYWxpYnJpIiwiSXNCb2xkIjp0cnVlLCJJc0l0YWxpYyI6ZmFsc2UsIklzVW5kZXJsaW5lZCI6ZmFsc2UsIlBhcmVudFN0eWxlIjpudWxsfSwiQXV0b1NpemUiOjAsIkZvcmVncm91bmQiOnsiJGlkIjoiMjY1NiIsIkNvbG9yIjp7IiRpZCI6IjI2NTc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Y1OCIsIlRvcCI6MC4wLCJMZWZ0IjowLjAsIlJpZ2h0IjowLjAsIkJvdHRvbSI6MC4wfSwiUGFkZGluZyI6eyIkaWQiOiIyNjU5IiwiVG9wIjowLjAsIkxlZnQiOjAuMCwiUmlnaHQiOjAuMCwiQm90dG9tIjowLjB9LCJCYWNrZ3JvdW5kIjp7IiRpZCI6IjI2NjAiLCJDb2xvciI6eyIkaWQiOiIyNjYxIiwiQSI6ODksIlIiOjAsIkciOjAsIkIiOjB9fSwiSXNWaXNpYmxlIjp0cnVlLCJXaWR0aCI6MC4wLCJIZWlnaHQiOjAuMCwiQm9yZGVyU3R5bGUiOm51bGwsIlBhcmVudFN0eWxlIjpudWxsfSwiRGF0ZVN0eWxlIjp7IiRpZCI6IjI2NjIiLCJGb250U2V0dGluZ3MiOnsiJGlkIjoiMjY2MyIsIkZvbnRTaXplIjoxMCwiRm9udE5hbWUiOiJDYWxpYnJpIiwiSXNCb2xkIjpmYWxzZSwiSXNJdGFsaWMiOmZhbHNlLCJJc1VuZGVybGluZWQiOmZhbHNlLCJQYXJlbnRTdHlsZSI6bnVsbH0sIkF1dG9TaXplIjowLCJGb3JlZ3JvdW5kIjp7IiRpZCI6IjI2NjQiLCJDb2xvciI6eyIkaWQiOiIyNjY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jY2IiwiVG9wIjowLjAsIkxlZnQiOjAuMCwiUmlnaHQiOjAuMCwiQm90dG9tIjowLjB9LCJQYWRkaW5nIjp7IiRpZCI6IjI2NjciLCJUb3AiOjAuMCwiTGVmdCI6MC4wLCJSaWdodCI6MC4wLCJCb3R0b20iOjAuMH0sIkJhY2tncm91bmQiOnsiJGlkIjoiMjY2OCIsIkNvbG9yIjp7IiRpZCI6IjI2NjkiLCJBIjo4OSwiUiI6MCwiRyI6MCwiQiI6MH19LCJJc1Zpc2libGUiOmZhbHNlLCJXaWR0aCI6MC4wLCJIZWlnaHQiOjAuMCwiQm9yZGVyU3R5bGUiOm51bGwsIlBhcmVudFN0eWxlIjpudWxsfSwiRGF0ZUZvcm1hdCI6eyIkaWQiOiIyNjc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NzEiLCJGb3JtYXQiOjAsIklzVmlzaWJsZSI6ZmFsc2UsIkxhc3RLbm93blZpc2liaWxpdHlTdGF0ZSI6ZmFsc2V9LCJJc1Zpc2libGUiOnRydWUsIlBhcmVudFN0eWxlIjpudWxsfSwiRGVmYXVsdFN3aW1sYW5lQWN0aXZpdHlTdHlsZSI6eyIkaWQiOiIyNjcyIiwiSGVhZGVyU3R5bGUiOnsiJGlkIjoiMjY3MyIsIlRleHRTdHlsZSI6eyIkaWQiOiIyNjc0IiwiRm9udFNldHRpbmdzIjp7IiRpZCI6IjI2NzUiLCJGb250U2l6ZSI6MTEsIkZvbnROYW1lIjoiQ2FsaWJyaSIsIklzQm9sZCI6ZmFsc2UsIklzSXRhbGljIjpmYWxzZSwiSXNVbmRlcmxpbmVkIjpmYWxzZSwiUGFyZW50U3R5bGUiOm51bGx9LCJBdXRvU2l6ZSI6MiwiRm9yZWdyb3VuZCI6eyIkaWQiOiIyNjc2IiwiQ29sb3IiOnsiJGlkIjoiMjY3NyIsIkEiOjI1NSwiUiI6MCwiRyI6MCwiQiI6MH19LCJNYXhXaWR0aCI6MC4wLCJNYXhIZWlnaHQiOiJJbmZpbml0eSIsIlNtYXJ0Rm9yZWdyb3VuZElzQWN0aXZlIjpmYWxzZSwiSG9yaXpvbnRhbEFsaWdubWVudCI6MCwiVmVydGljYWxBbGlnbm1lbnQiOjAsIlNtYXJ0Rm9yZWdyb3VuZCI6bnVsbCwiQmFja2dyb3VuZEZpbGxUeXBlIjowLCJNYXJnaW4iOnsiJGlkIjoiMjY3OCIsIlRvcCI6MC4wLCJMZWZ0IjowLjAsIlJpZ2h0IjowLjAsIkJvdHRvbSI6MC4wfSwiUGFkZGluZyI6eyIkaWQiOiIyNjc5IiwiVG9wIjowLjAsIkxlZnQiOjAuMCwiUmlnaHQiOjAuMCwiQm90dG9tIjowLjB9LCJCYWNrZ3JvdW5kIjpudWxsLCJJc1Zpc2libGUiOnRydWUsIldpZHRoIjowLjAsIkhlaWdodCI6MC4wLCJCb3JkZXJTdHlsZSI6bnVsbCwiUGFyZW50U3R5bGUiOm51bGx9LCJSZWN0YW5nbGVTdHlsZSI6eyIkaWQiOiIyNjgwIiwiTWFyZ2luIjp7IiRpZCI6IjI2ODEiLCJUb3AiOjAuMCwiTGVmdCI6MC4wLCJSaWdodCI6MC4wLCJCb3R0b20iOjAuMH0sIlBhZGRpbmciOnsiJGlkIjoiMjY4MiIsIlRvcCI6MC4wLCJMZWZ0IjowLjAsIlJpZ2h0IjowLjAsIkJvdHRvbSI6MC4wfSwiQmFja2dyb3VuZCI6eyIkaWQiOiIyNjgzIiwiQ29sb3IiOnsiJGlkIjoiMjY4NCIsIkEiOjYzLCJSIjoyNTUsIkciOjE5MiwiQiI6MH19LCJJc1Zpc2libGUiOnRydWUsIldpZHRoIjowLjAsIkhlaWdodCI6MC4wLCJCb3JkZXJTdHlsZSI6eyIkaWQiOiIyNjg1IiwiTGluZUNvbG9yIjp7IiRpZCI6IjI2ODYiLCIkdHlwZSI6Ik5MUkUuQ29tbW9uLkRvbS5Tb2xpZENvbG9yQnJ1c2gsIE5MUkUuQ29tbW9uIiwiQ29sb3IiOnsiJGlkIjoiMjY4NyIsIkEiOjI1NSwiUiI6MjU1LCJHIjowLCJCIjowfX0sIkxpbmVXZWlnaHQiOjAuMCwiTGluZVR5cGUiOjAsIlBhcmVudFN0eWxlIjpudWxsfSwiUGFyZW50U3R5bGUiOm51bGx9LCJNYXJnaW4iOnsiJGlkIjoiMjY4OCIsIlRvcCI6MC4wLCJMZWZ0IjowLjAsIlJpZ2h0IjowLjAsIkJvdHRvbSI6MC4wfSwiUGFkZGluZyI6eyIkaWQiOiIyNjg5IiwiVG9wIjowLjAsIkxlZnQiOjAuMCwiUmlnaHQiOjAuMCwiQm90dG9tIjowLjB9LCJCYWNrZ3JvdW5kIjpudWxsLCJJc1Zpc2libGUiOnRydWUsIldpZHRoIjowLjAsIkhlaWdodCI6MC4wLCJCb3JkZXJTdHlsZSI6bnVsbCwiUGFyZW50U3R5bGUiOm51bGx9LCJCYWNrZ3JvdW5kU3R5bGUiOnsiJGlkIjoiMjY5MCIsIk1hcmdpbiI6eyIkaWQiOiIyNjkxIiwiVG9wIjowLjAsIkxlZnQiOjAuMCwiUmlnaHQiOjAuMCwiQm90dG9tIjowLjB9LCJQYWRkaW5nIjp7IiRpZCI6IjI2OTIiLCJUb3AiOjAuMCwiTGVmdCI6MC4wLCJSaWdodCI6MC4wLCJCb3R0b20iOjAuMH0sIkJhY2tncm91bmQiOnsiJGlkIjoiMjY5MyIsIkNvbG9yIjp7IiRpZCI6IjI2OTQiLCJBIjozOCwiUiI6MjU1LCJHIjoxOTIsIkIiOjB9fSwiSXNWaXNpYmxlIjp0cnVlLCJXaWR0aCI6MC4wLCJIZWlnaHQiOjAuMCwiQm9yZGVyU3R5bGUiOnsiJGlkIjoiMjY5NSIsIkxpbmVDb2xvciI6eyIkaWQiOiIyNjk2IiwiJHR5cGUiOiJOTFJFLkNvbW1vbi5Eb20uU29saWRDb2xvckJydXNoLCBOTFJFLkNvbW1vbiIsIkNvbG9yIjp7IiRpZCI6IjI2OTciLCJBIjoyNTUsIlIiOjIzNCwiRyI6MjIsIkIiOjMwfX0sIkxpbmVXZWlnaHQiOjAuMCwiTGluZVR5cGUiOjAsIlBhcmVudFN0eWxlIjpudWxsfSwiUGFyZW50U3R5bGUiOm51bGx9LCJNYXJnaW4iOnsiJGlkIjoiMjY5OCIsIlRvcCI6MC4wLCJMZWZ0IjowLjAsIlJpZ2h0IjowLjAsIkJvdHRvbSI6MC4wfSwiUGFkZGluZyI6eyIkaWQiOiIyNjk5IiwiVG9wIjowLjAsIkxlZnQiOjAuMCwiUmlnaHQiOjAuMCwiQm90dG9tIjowLjB9LCJJc1Zpc2libGUiOnRydWUsIldpZHRoIjowLjAsIkhlaWdodCI6MC4wLCJCb3JkZXJTdHlsZSI6bnVsbCwiUGFyZW50U3R5bGUiOm51bGx9LCJNYXJnaW4iOnsiJGlkIjoiMjcwMCIsIlRvcCI6MC4wLCJMZWZ0IjowLjAsIlJpZ2h0IjowLjAsIkJvdHRvbSI6MC4wfSwiUGFkZGluZyI6eyIkaWQiOiIyNzAxIiwiVG9wIjowLjAsIkxlZnQiOjAuMCwiUmlnaHQiOjAuMCwiQm90dG9tIjowLjB9LCJJc1Zpc2libGUiOnRydWUsIldpZHRoIjowLjAsIkhlaWdodCI6MC4wLCJCb3JkZXJTdHlsZSI6eyIkaWQiOiIyNzAyIiwiTGluZUNvbG9yIjpudWxsLCJMaW5lV2VpZ2h0IjowLjAsIkxpbmVUeXBlIjowLCJQYXJlbnRTdHlsZSI6bnVsbH0sIlBhcmVudFN0eWxlIjpudWxsfSwiX2FkZGl0aW9uYWxTd2ltbGFuZVYyU3R5bGVzIjpbeyIkaWQiOiIyNzAzIiwiU3R5bGVJZCI6IjAwMDAwMDAwLTAwMDAtMDAwMC0wMDAwLTAwMDAwMDAwMDAwMCIsIkhlYWRlclN0eWxlIjp7IiRpZCI6IjI3MDQiLCJUZXh0SXNWZXJ0aWNhbCI6ZmFsc2UsIlRleHRTdHlsZSI6eyIkaWQiOiIyNzA1IiwiRm9udFNldHRpbmdzIjp7IiRpZCI6IjI3MDYiLCJGb250U2l6ZSI6MTIsIkZvbnROYW1lIjoiQ2FsaWJyaSIsIklzQm9sZCI6dHJ1ZSwiSXNJdGFsaWMiOmZhbHNlLCJJc1VuZGVybGluZWQiOmZhbHNlLCJQYXJlbnRTdHlsZSI6bnVsbH0sIkF1dG9TaXplIjowLCJGb3JlZ3JvdW5kIjp7IiRpZCI6IjI3MDciLCJDb2xvciI6eyIkaWQiOiIyNzA4IiwiQSI6MjU1LCJSIjoyNTUsIkciOjI1NSwiQiI6MjU1fX0sIk1heFdpZHRoIjowLjAsIk1heEhlaWdodCI6MC4wLCJTbWFydEZvcmVncm91bmRJc0FjdGl2ZSI6ZmFsc2UsIkhvcml6b250YWxBbGlnbm1lbnQiOjAsIlZlcnRpY2FsQWxpZ25tZW50IjowLCJTbWFydEZvcmVncm91bmQiOm51bGwsIkJhY2tncm91bmRGaWxsVHlwZSI6MCwiTWFyZ2luIjp7IiRpZCI6IjI3MDkiLCJUb3AiOjAuMCwiTGVmdCI6MC4wLCJSaWdodCI6MC4wLCJCb3R0b20iOjAuMH0sIlBhZGRpbmciOnsiJGlkIjoiMjcxMCIsIlRvcCI6MC4wLCJMZWZ0IjowLjAsIlJpZ2h0IjowLjAsIkJvdHRvbSI6MC4wfSwiQmFja2dyb3VuZCI6bnVsbCwiSXNWaXNpYmxlIjpmYWxzZSwiV2lkdGgiOjAuMCwiSGVpZ2h0IjowLjAsIkJvcmRlclN0eWxlIjpudWxsLCJQYXJlbnRTdHlsZSI6bnVsbH0sIlJlY3RhbmdsZVN0eWxlIjp7IiRpZCI6IjI3MTEiLCJNYXJnaW4iOnsiJGlkIjoiMjcxMiIsIlRvcCI6MC4wLCJMZWZ0IjowLjAsIlJpZ2h0IjowLjAsIkJvdHRvbSI6MC4wfSwiUGFkZGluZyI6eyIkaWQiOiIyNzEzIiwiVG9wIjowLjAsIkxlZnQiOjAuMCwiUmlnaHQiOjAuMCwiQm90dG9tIjowLjB9LCJCYWNrZ3JvdW5kIjp7IiRpZCI6IjI3MTQiLCJDb2xvciI6eyIkaWQiOiIyNzE1IiwiQSI6MjU1LCJSIjoyMzcsIkciOjEyNSwiQiI6NDl9fSwiSXNWaXNpYmxlIjpmYWxzZSwiV2lkdGgiOjAuMCwiSGVpZ2h0IjowLjAsIkJvcmRlclN0eWxlIjp7IiRpZCI6IjI3MTYiLCJMaW5lQ29sb3IiOnsiJGlkIjoiMjcxNyIsIiR0eXBlIjoiTkxSRS5Db21tb24uRG9tLlNvbGlkQ29sb3JCcnVzaCwgTkxSRS5Db21tb24iLCJDb2xvciI6eyIkaWQiOiIyNzE4IiwiQSI6MjU1LCJSIjoyMSwiRyI6MzcsIkIiOjY2fX0sIkxpbmVXZWlnaHQiOjAuMCwiTGluZVR5cGUiOjAsIlBhcmVudFN0eWxlIjpudWxsfSwiUGFyZW50U3R5bGUiOm51bGx9LCJNYXJnaW4iOnsiJGlkIjoiMjcxOSIsIlRvcCI6MC4wLCJMZWZ0IjowLjAsIlJpZ2h0IjowLjAsIkJvdHRvbSI6MC4wfSwiUGFkZGluZyI6eyIkaWQiOiIyNzIwIiwiVG9wIjowLjAsIkxlZnQiOjAuMCwiUmlnaHQiOjAuMCwiQm90dG9tIjowLjB9LCJCYWNrZ3JvdW5kIjpudWxsLCJJc1Zpc2libGUiOnRydWUsIldpZHRoIjowLjAsIkhlaWdodCI6MC4wLCJCb3JkZXJTdHlsZSI6bnVsbCwiUGFyZW50U3R5bGUiOm51bGx9LCJCYWNrZ3JvdW5kU3R5bGUiOnsiJGlkIjoiMjcyMSIsIk1hcmdpbiI6eyIkaWQiOiIyNzIyIiwiVG9wIjowLjAsIkxlZnQiOjAuMCwiUmlnaHQiOjAuMCwiQm90dG9tIjowLjB9LCJQYWRkaW5nIjp7IiRpZCI6IjI3MjMiLCJUb3AiOjAuMCwiTGVmdCI6MC4wLCJSaWdodCI6MC4wLCJCb3R0b20iOjAuMH0sIkJhY2tncm91bmQiOnsiJGlkIjoiMjcyNCIsIkNvbG9yIjp7IiRpZCI6IjI3MjUiLCJBIjozOCwiUiI6MjM3LCJHIjoxMjUsIkIiOjQ5fX0sIklzVmlzaWJsZSI6dHJ1ZSwiV2lkdGgiOjAuMCwiSGVpZ2h0IjowLjAsIkJvcmRlclN0eWxlIjp7IiRpZCI6IjI3MjYiLCJMaW5lQ29sb3IiOnsiJGlkIjoiMjcyNyIsIiR0eXBlIjoiTkxSRS5Db21tb24uRG9tLlNvbGlkQ29sb3JCcnVzaCwgTkxSRS5Db21tb24iLCJDb2xvciI6eyIkaWQiOiIyNzI4IiwiQSI6MjU1LCJSIjoyMzQsIkciOjIyLCJCIjozMH19LCJMaW5lV2VpZ2h0IjowLjAsIkxpbmVUeXBlIjowLCJQYXJlbnRTdHlsZSI6bnVsbH0sIlBhcmVudFN0eWxlIjpudWxsfSwiSXNBYm92ZVRpbWViYW5kIjpmYWxzZSwiU3BhY2luZyI6NSwiRGVmYXVsdFN3aW1sYW5lVGFza1N0eWxlIjp7IiRpZCI6IjI3MjkiLCIkdHlwZSI6Ik5MUkUuQ29tbW9uLkRvbS5TdHlsZXMuRXhwbGljaXRTZXRhYmxlVGFza1N0eWxlLCBOTFJFLkNvbW1vbiIsIlNoYXBlIjo3LCJTaGFwZVRoaWNrbmVzcyI6MCwiRHVyYXRpb25Gb3JtYXQiOjAsIkluY2x1ZGVOb25Xb3JraW5nRGF5c0luRHVyYXRpb24iOmZhbHNlLCJQZXJjZW50YWdlQ29tcGxldGVTdHlsZSI6eyIkaWQiOiIyNzMwIiwiRm9udFNldHRpbmdzIjp7IiRpZCI6IjI3MzEiLCJGb250U2l6ZSI6MTAsIkZvbnROYW1lIjoiQ2FsaWJyaSIsIklzQm9sZCI6ZmFsc2UsIklzSXRhbGljIjpmYWxzZSwiSXNVbmRlcmxpbmVkIjpmYWxzZSwiUGFyZW50U3R5bGUiOm51bGx9LCJBdXRvU2l6ZSI6MCwiRm9yZWdyb3VuZCI6eyIkaWQiOiIyNzMyIiwiQ29sb3IiOnsiJGlkIjoiMjcz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3MzQiLCJUb3AiOjAuMCwiTGVmdCI6MC4wLCJSaWdodCI6MC4wLCJCb3R0b20iOjAuMH0sIlBhZGRpbmciOnsiJGlkIjoiMjczNSIsIlRvcCI6MC4wLCJMZWZ0IjowLjAsIlJpZ2h0IjowLjAsIkJvdHRvbSI6MC4wfSwiQmFja2dyb3VuZCI6eyIkaWQiOiIyNzM2IiwiQ29sb3IiOnsiJGlkIjoiMjczNyIsIkEiOjg5LCJSIjowLCJHIjowLCJCIjowfX0sIklzVmlzaWJsZSI6dHJ1ZSwiV2lkdGgiOjAuMCwiSGVpZ2h0IjowLjAsIkJvcmRlclN0eWxlIjpudWxsLCJQYXJlbnRTdHlsZSI6bnVsbH0sIkR1cmF0aW9uU3R5bGUiOnsiJGlkIjoiMjczOCIsIkZvbnRTZXR0aW5ncyI6eyIkaWQiOiIyNzM5IiwiRm9udFNpemUiOjEwLCJGb250TmFtZSI6IkNhbGlicmkiLCJJc0JvbGQiOmZhbHNlLCJJc0l0YWxpYyI6ZmFsc2UsIklzVW5kZXJsaW5lZCI6ZmFsc2UsIlBhcmVudFN0eWxlIjpudWxsfSwiQXV0b1NpemUiOjAsIkZvcmVncm91bmQiOnsiJGlkIjoiMjc0MCIsIkNvbG9yIjp7IiRpZCI6IjI3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zQyIiwiVG9wIjowLjAsIkxlZnQiOjAuMCwiUmlnaHQiOjAuMCwiQm90dG9tIjowLjB9LCJQYWRkaW5nIjp7IiRpZCI6IjI3NDMiLCJUb3AiOjAuMCwiTGVmdCI6MC4wLCJSaWdodCI6MC4wLCJCb3R0b20iOjAuMH0sIkJhY2tncm91bmQiOnsiJGlkIjoiMjc0NCIsIkNvbG9yIjp7IiRyZWYiOiIyNzM3In19LCJJc1Zpc2libGUiOnRydWUsIldpZHRoIjowLjAsIkhlaWdodCI6MC4wLCJCb3JkZXJTdHlsZSI6bnVsbCwiUGFyZW50U3R5bGUiOm51bGx9LCJIb3Jpem9udGFsQ29ubmVjdG9yU3R5bGUiOnsiJGlkIjoiMjc0NSIsIkxpbmVDb2xvciI6eyIkaWQiOiIyNzQ2IiwiJHR5cGUiOiJOTFJFLkNvbW1vbi5Eb20uU29saWRDb2xvckJydXNoLCBOTFJFLkNvbW1vbiIsIkNvbG9yIjp7IiRpZCI6IjI3NDciLCJBIjoyNTUsIlIiOjIwNCwiRyI6MjA0LCJCIjoyMDR9fSwiTGluZVdlaWdodCI6MS4wLCJMaW5lVHlwZSI6MCwiUGFyZW50U3R5bGUiOm51bGx9LCJWZXJ0aWNhbENvbm5lY3RvclN0eWxlIjp7IiRpZCI6IjI3NDgiLCJMaW5lQ29sb3IiOnsiJGlkIjoiMjc0OSIsIiR0eXBlIjoiTkxSRS5Db21tb24uRG9tLlNvbGlkQ29sb3JCcnVzaCwgTkxSRS5Db21tb24iLCJDb2xvciI6eyIkaWQiOiIyNzUw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jc1MSIsIk1hcmdpbiI6eyIkaWQiOiIyNzUyIiwiVG9wIjowLjAsIkxlZnQiOjQuMCwiUmlnaHQiOjQuMCwiQm90dG9tIjowLjB9LCJQYWRkaW5nIjp7IiRpZCI6IjI3NTMiLCJUb3AiOjAuMCwiTGVmdCI6MC4wLCJSaWdodCI6MC4wLCJCb3R0b20iOjAuMH0sIkJhY2tncm91bmQiOnsiJGlkIjoiMjc1NCIsIkNvbG9yIjp7IiRpZCI6IjI3NTUiLCJBIjoyNTUsIlIiOjIzNywiRyI6MTI1LCJCIjo0OX19LCJJc1Zpc2libGUiOnRydWUsIldpZHRoIjowLjAsIkhlaWdodCI6MTAuMCwiQm9yZGVyU3R5bGUiOnsiJGlkIjoiMjc1NiIsIkxpbmVDb2xvciI6eyIkaWQiOiIyNzU3IiwiJHR5cGUiOiJOTFJFLkNvbW1vbi5Eb20uU29saWRDb2xvckJydXNoLCBOTFJFLkNvbW1vbiIsIkNvbG9yIjp7IiRpZCI6IjI3NTgiLCJBIjoyNTUsIlIiOjIzNCwiRyI6MjIsIkIiOjMwfX0sIkxpbmVXZWlnaHQiOjAuMCwiTGluZVR5cGUiOjAsIlBhcmVudFN0eWxlIjpudWxsfSwiUGFyZW50U3R5bGUiOm51bGx9LCJUaXRsZVN0eWxlIjp7IiRpZCI6IjI3NTkiLCJGb250U2V0dGluZ3MiOnsiJGlkIjoiMjc2MCIsIkZvbnRTaXplIjoxMSwiRm9udE5hbWUiOiJDYWxpYnJpIiwiSXNCb2xkIjp0cnVlLCJJc0l0YWxpYyI6ZmFsc2UsIklzVW5kZXJsaW5lZCI6ZmFsc2UsIlBhcmVudFN0eWxlIjpudWxsfSwiQXV0b1NpemUiOjAsIkZvcmVncm91bmQiOnsiJGlkIjoiMjc2MSIsIkNvbG9yIjp7IiRpZCI6IjI3NjI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c2MyIsIlRvcCI6MC4wLCJMZWZ0IjowLjAsIlJpZ2h0IjowLjAsIkJvdHRvbSI6MC4wfSwiUGFkZGluZyI6eyIkaWQiOiIyNzY0IiwiVG9wIjowLjAsIkxlZnQiOjAuMCwiUmlnaHQiOjAuMCwiQm90dG9tIjowLjB9LCJCYWNrZ3JvdW5kIjp7IiRpZCI6IjI3NjUiLCJDb2xvciI6eyIkaWQiOiIyNzY2IiwiQSI6MCwiUiI6MjU1LCJHIjoyNTUsIkIiOjI1NX19LCJJc1Zpc2libGUiOnRydWUsIldpZHRoIjowLjAsIkhlaWdodCI6MC4wLCJCb3JkZXJTdHlsZSI6bnVsbCwiUGFyZW50U3R5bGUiOm51bGx9LCJEYXRlU3R5bGUiOnsiJGlkIjoiMjc2NyIsIkZvbnRTZXR0aW5ncyI6eyIkaWQiOiIyNzY4IiwiRm9udFNpemUiOjEwLCJGb250TmFtZSI6IkNhbGlicmkiLCJJc0JvbGQiOmZhbHNlLCJJc0l0YWxpYyI6ZmFsc2UsIklzVW5kZXJsaW5lZCI6ZmFsc2UsIlBhcmVudFN0eWxlIjpudWxsfSwiQXV0b1NpemUiOjAsIkZvcmVncm91bmQiOnsiJGlkIjoiMjc2OSIsIkNvbG9yIjp7IiRpZCI6IjI3Nz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NzEiLCJUb3AiOjAuMCwiTGVmdCI6MC4wLCJSaWdodCI6MC4wLCJCb3R0b20iOjAuMH0sIlBhZGRpbmciOnsiJGlkIjoiMjc3MiIsIlRvcCI6MC4wLCJMZWZ0IjowLjAsIlJpZ2h0IjowLjAsIkJvdHRvbSI6MC4wfSwiQmFja2dyb3VuZCI6eyIkaWQiOiIyNzczIiwiQ29sb3IiOnsiJHJlZiI6IjI3MzcifX0sIklzVmlzaWJsZSI6dHJ1ZSwiV2lkdGgiOjAuMCwiSGVpZ2h0IjowLjAsIkJvcmRlclN0eWxlIjpudWxsLCJQYXJlbnRTdHlsZSI6bnVsbH0sIkRhdGVGb3JtYXQiOnsiJGlkIjoiMjc3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zc1IiwiRm9ybWF0IjowLCJJc1Zpc2libGUiOmZhbHNlLCJMYXN0S25vd25WaXNpYmlsaXR5U3RhdGUiOmZhbHNlfSwiSXNWaXNpYmxlIjp0cnVlLCJQYXJlbnRTdHlsZSI6bnVsbCwiX2V4cGxpY2l0bHlTZXQiOnsiJGlkIjoiMjc3Ni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Nzc3IiwiU2hhcGUiOjE0LCJDb25uZWN0b3JNYXJnaW4iOnsiJGlkIjoiMjc3OCIsIlRvcCI6MC4wLCJMZWZ0IjoyLjAsIlJpZ2h0IjoyLjAsIkJvdHRvbSI6MC4wfSwiQ29ubmVjdG9yU3R5bGUiOnsiJGlkIjoiMjc3OSIsIkxpbmVDb2xvciI6eyIkaWQiOiIyNzgwIiwiJHR5cGUiOiJOTFJFLkNvbW1vbi5Eb20uU29saWRDb2xvckJydXNoLCBOTFJFLkNvbW1vbiIsIkNvbG9yIjp7IiRpZCI6IjI3ODEiLCJBIjoxMjcsIlIiOjEzMiwiRyI6NjAsIkIiOjEyfX0sIkxpbmVXZWlnaHQiOjEuMCwiTGluZVR5cGUiOjAsIlBhcmVudFN0eWxlIjpudWxsfSwiSXNCZWxvd1RpbWViYW5kIjp0cnVlLCJQb3NpdGlvbk9uVGFzayI6MywiSGlkZURhdGUiOmZhbHNlLCJTaGFwZVNpemUiOjEsIlNwYWNpbmciOjEuMCwiUGFkZGluZyI6eyIkaWQiOiIyNzgyIiwiVG9wIjo3LjAsIkxlZnQiOjMuMCwiUmlnaHQiOjAuMCwiQm90dG9tIjoyLjB9LCJTaGFwZVN0eWxlIjp7IiRpZCI6IjI3ODMiLCJNYXJnaW4iOnsiJGlkIjoiMjc4NCIsIlRvcCI6MC4wLCJMZWZ0IjowLjAsIlJpZ2h0IjowLjAsIkJvdHRvbSI6MC4wfSwiUGFkZGluZyI6eyIkaWQiOiIyNzg1IiwiVG9wIjowLjAsIkxlZnQiOjAuMCwiUmlnaHQiOjAuMCwiQm90dG9tIjowLjB9LCJCYWNrZ3JvdW5kIjp7IiRpZCI6IjI3ODYiLCJDb2xvciI6eyIkaWQiOiIyNzg3IiwiQSI6MjU1LCJSIjoxMzIsIkciOjYwLCJCIjoxMn19LCJJc1Zpc2libGUiOnRydWUsIldpZHRoIjoxOC4wLCJIZWlnaHQiOjIwLjAsIkJvcmRlclN0eWxlIjp7IiRpZCI6IjI3ODgiLCJMaW5lQ29sb3IiOnsiJGlkIjoiMjc4OSIsIiR0eXBlIjoiTkxSRS5Db21tb24uRG9tLlNvbGlkQ29sb3JCcnVzaCwgTkxSRS5Db21tb24iLCJDb2xvciI6eyIkaWQiOiIyNzkwIiwiQSI6MjU1LCJSIjoyMzQsIkciOjIyLCJCIjozMH19LCJMaW5lV2VpZ2h0IjowLjAsIkxpbmVUeXBlIjowLCJQYXJlbnRTdHlsZSI6bnVsbH0sIlBhcmVudFN0eWxlIjpudWxsfSwiVGl0bGVTdHlsZSI6eyIkaWQiOiIyNzkxIiwiRm9udFNldHRpbmdzIjp7IiRpZCI6IjI3OTIiLCJGb250U2l6ZSI6MTEsIkZvbnROYW1lIjoiQ2FsaWJyaSIsIklzQm9sZCI6dHJ1ZSwiSXNJdGFsaWMiOmZhbHNlLCJJc1VuZGVybGluZWQiOmZhbHNlLCJQYXJlbnRTdHlsZSI6bnVsbH0sIkF1dG9TaXplIjowLCJGb3JlZ3JvdW5kIjp7IiRpZCI6IjI3OTMiLCJDb2xvciI6eyIkaWQiOiIyNzk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3OTUiLCJUb3AiOjAuMCwiTGVmdCI6MC4wLCJSaWdodCI6MC4wLCJCb3R0b20iOjAuMH0sIlBhZGRpbmciOnsiJGlkIjoiMjc5NiIsIlRvcCI6MC4wLCJMZWZ0IjowLjAsIlJpZ2h0IjowLjAsIkJvdHRvbSI6MC4wfSwiQmFja2dyb3VuZCI6eyIkaWQiOiIyNzk3IiwiQ29sb3IiOnsiJGlkIjoiMjc5OCIsIkEiOjAsIlIiOjI1NSwiRyI6MjU1LCJCIjoyNTV9fSwiSXNWaXNpYmxlIjp0cnVlLCJXaWR0aCI6MC4wLCJIZWlnaHQiOjAuMCwiQm9yZGVyU3R5bGUiOm51bGwsIlBhcmVudFN0eWxlIjpudWxsfSwiRGF0ZVN0eWxlIjp7IiRpZCI6IjI3OTkiLCJGb250U2V0dGluZ3MiOnsiJGlkIjoiMjgwMCIsIkZvbnRTaXplIjoxMCwiRm9udE5hbWUiOiJDYWxpYnJpIiwiSXNCb2xkIjpmYWxzZSwiSXNJdGFsaWMiOmZhbHNlLCJJc1VuZGVybGluZWQiOmZhbHNlLCJQYXJlbnRTdHlsZSI6bnVsbH0sIkF1dG9TaXplIjowLCJGb3JlZ3JvdW5kIjp7IiRpZCI6IjI4MDEiLCJDb2xvciI6eyIkaWQiOiIyODA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ODAzIiwiVG9wIjowLjAsIkxlZnQiOjAuMCwiUmlnaHQiOjAuMCwiQm90dG9tIjowLjB9LCJQYWRkaW5nIjp7IiRpZCI6IjI4MDQiLCJUb3AiOjAuMCwiTGVmdCI6MC4wLCJSaWdodCI6MC4wLCJCb3R0b20iOjAuMH0sIkJhY2tncm91bmQiOnsiJGlkIjoiMjgwNSIsIkNvbG9yIjp7IiRpZCI6IjI4MDYiLCJBIjowLCJSIjoyNTUsIkciOjI1NSwiQiI6MjU1fX0sIklzVmlzaWJsZSI6ZmFsc2UsIldpZHRoIjowLjAsIkhlaWdodCI6MC4wLCJCb3JkZXJTdHlsZSI6bnVsbCwiUGFyZW50U3R5bGUiOm51bGx9LCJEYXRlRm9ybWF0Ijp7IiRpZCI6IjI4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gwOCIsIkZvcm1hdCI6MCwiSXNWaXNpYmxlIjpmYWxzZSwiTGFzdEtub3duVmlzaWJpbGl0eVN0YXRlIjpmYWxzZX0sIklzVmlzaWJsZSI6dHJ1ZSwiUGFyZW50U3R5bGUiOm51bGx9LCJEZWZhdWx0U3dpbWxhbmVNaWxlc3RvbmVTdHlsZSI6eyIkaWQiOiIyODA5IiwiVGl0bGVQb3NpdGlvbiI6IlJpZ2h0IiwiRGF0ZVBvc2l0aW9uIjoiTGVmdCIsIlNoYXBlVHlwZSI6MCwiU2hhcGVTaXplIjoxLCJTcGFjaW5nIjo1LCJTaGFwZVN0eWxlIjp7IiRpZCI6IjI4MTAiLCJNYXJnaW4iOnsiJGlkIjoiMjgxMSIsIlRvcCI6MC4wLCJMZWZ0IjowLjAsIlJpZ2h0IjowLjAsIkJvdHRvbSI6MC4wfSwiUGFkZGluZyI6eyIkaWQiOiIyODEyIiwiVG9wIjowLjAsIkxlZnQiOjAuMCwiUmlnaHQiOjAuMCwiQm90dG9tIjowLjB9LCJCYWNrZ3JvdW5kIjp7IiRpZCI6IjI4MTMiLCJDb2xvciI6eyIkaWQiOiIyODE0IiwiQSI6MjU1LCJSIjoyMzcsIkciOjEyNSwiQiI6NDl9fSwiSXNWaXNpYmxlIjp0cnVlLCJXaWR0aCI6MTguMCwiSGVpZ2h0IjoyMC4wLCJCb3JkZXJTdHlsZSI6eyIkaWQiOiIyODE1IiwiTGluZUNvbG9yIjp7IiRpZCI6IjI4MTYiLCIkdHlwZSI6Ik5MUkUuQ29tbW9uLkRvbS5Tb2xpZENvbG9yQnJ1c2gsIE5MUkUuQ29tbW9uIiwiQ29sb3IiOnsiJGlkIjoiMjgxNyIsIkEiOjI1NSwiUiI6MjM0LCJHIjoyMiwiQiI6MzB9fSwiTGluZVdlaWdodCI6MC4wLCJMaW5lVHlwZSI6MCwiUGFyZW50U3R5bGUiOm51bGx9LCJQYXJlbnRTdHlsZSI6bnVsbH0sIlRpdGxlU3R5bGUiOnsiJGlkIjoiMjgxOCIsIkZvbnRTZXR0aW5ncyI6eyIkaWQiOiIyODE5IiwiRm9udFNpemUiOjExLCJGb250TmFtZSI6IkNhbGlicmkiLCJJc0JvbGQiOnRydWUsIklzSXRhbGljIjpmYWxzZSwiSXNVbmRlcmxpbmVkIjpmYWxzZSwiUGFyZW50U3R5bGUiOm51bGx9LCJBdXRvU2l6ZSI6MCwiRm9yZWdyb3VuZCI6eyIkaWQiOiIyODIwIiwiQ29sb3IiOnsiJGlkIjoiMjgyM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DIyIiwiVG9wIjowLjAsIkxlZnQiOjAuMCwiUmlnaHQiOjAuMCwiQm90dG9tIjowLjB9LCJQYWRkaW5nIjp7IiRpZCI6IjI4MjMiLCJUb3AiOjAuMCwiTGVmdCI6MC4wLCJSaWdodCI6MC4wLCJCb3R0b20iOjAuMH0sIkJhY2tncm91bmQiOnsiJGlkIjoiMjgyNCIsIkNvbG9yIjp7IiRpZCI6IjI4MjUiLCJBIjo4OSwiUiI6MCwiRyI6MCwiQiI6MH19LCJJc1Zpc2libGUiOnRydWUsIldpZHRoIjowLjAsIkhlaWdodCI6MC4wLCJCb3JkZXJTdHlsZSI6bnVsbCwiUGFyZW50U3R5bGUiOm51bGx9LCJEYXRlU3R5bGUiOnsiJGlkIjoiMjgyNiIsIkZvbnRTZXR0aW5ncyI6eyIkaWQiOiIyODI3IiwiRm9udFNpemUiOjEwLCJGb250TmFtZSI6IkNhbGlicmkiLCJJc0JvbGQiOmZhbHNlLCJJc0l0YWxpYyI6ZmFsc2UsIklzVW5kZXJsaW5lZCI6ZmFsc2UsIlBhcmVudFN0eWxlIjpudWxsfSwiQXV0b1NpemUiOjAsIkZvcmVncm91bmQiOnsiJGlkIjoiMjgyOCIsIkNvbG9yIjp7IiRpZCI6IjI4Mj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4MzAiLCJUb3AiOjAuMCwiTGVmdCI6MC4wLCJSaWdodCI6MC4wLCJCb3R0b20iOjAuMH0sIlBhZGRpbmciOnsiJGlkIjoiMjgzMSIsIlRvcCI6MC4wLCJMZWZ0IjowLjAsIlJpZ2h0IjowLjAsIkJvdHRvbSI6MC4wfSwiQmFja2dyb3VuZCI6eyIkaWQiOiIyODMyIiwiQ29sb3IiOnsiJGlkIjoiMjgzMyIsIkEiOjg5LCJSIjowLCJHIjowLCJCIjowfX0sIklzVmlzaWJsZSI6ZmFsc2UsIldpZHRoIjowLjAsIkhlaWdodCI6MC4wLCJCb3JkZXJTdHlsZSI6bnVsbCwiUGFyZW50U3R5bGUiOm51bGx9LCJEYXRlRm9ybWF0Ijp7IiRpZCI6IjI4M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gzNSIsIkZvcm1hdCI6MCwiSXNWaXNpYmxlIjpmYWxzZSwiTGFzdEtub3duVmlzaWJpbGl0eVN0YXRlIjpmYWxzZX0sIklzVmlzaWJsZSI6dHJ1ZSwiUGFyZW50U3R5bGUiOm51bGx9LCJEZWZhdWx0U3dpbWxhbmVBY3Rpdml0eVN0eWxlIjp7IiRpZCI6IjI4MzYiLCJIZWFkZXJTdHlsZSI6eyIkaWQiOiIyODM3IiwiVGV4dFN0eWxlIjp7IiRpZCI6IjI4MzgiLCJGb250U2V0dGluZ3MiOnsiJGlkIjoiMjgzOSIsIkZvbnRTaXplIjoxMSwiRm9udE5hbWUiOiJDYWxpYnJpIiwiSXNCb2xkIjpmYWxzZSwiSXNJdGFsaWMiOmZhbHNlLCJJc1VuZGVybGluZWQiOmZhbHNlLCJQYXJlbnRTdHlsZSI6bnVsbH0sIkF1dG9TaXplIjoyLCJGb3JlZ3JvdW5kIjp7IiRpZCI6IjI4NDAiLCJDb2xvciI6eyIkaWQiOiIyODQxIiwiQSI6MjU1LCJSIjowLCJHIjowLCJCIjowfX0sIk1heFdpZHRoIjowLjAsIk1heEhlaWdodCI6IkluZmluaXR5IiwiU21hcnRGb3JlZ3JvdW5kSXNBY3RpdmUiOmZhbHNlLCJIb3Jpem9udGFsQWxpZ25tZW50IjowLCJWZXJ0aWNhbEFsaWdubWVudCI6MCwiU21hcnRGb3JlZ3JvdW5kIjpudWxsLCJCYWNrZ3JvdW5kRmlsbFR5cGUiOjAsIk1hcmdpbiI6eyIkaWQiOiIyODQyIiwiVG9wIjowLjAsIkxlZnQiOjAuMCwiUmlnaHQiOjAuMCwiQm90dG9tIjowLjB9LCJQYWRkaW5nIjp7IiRpZCI6IjI4NDMiLCJUb3AiOjAuMCwiTGVmdCI6MC4wLCJSaWdodCI6MC4wLCJCb3R0b20iOjAuMH0sIkJhY2tncm91bmQiOm51bGwsIklzVmlzaWJsZSI6dHJ1ZSwiV2lkdGgiOjAuMCwiSGVpZ2h0IjowLjAsIkJvcmRlclN0eWxlIjpudWxsLCJQYXJlbnRTdHlsZSI6bnVsbH0sIlJlY3RhbmdsZVN0eWxlIjp7IiRpZCI6IjI4NDQiLCJNYXJnaW4iOnsiJGlkIjoiMjg0NSIsIlRvcCI6MC4wLCJMZWZ0IjowLjAsIlJpZ2h0IjowLjAsIkJvdHRvbSI6MC4wfSwiUGFkZGluZyI6eyIkaWQiOiIyODQ2IiwiVG9wIjowLjAsIkxlZnQiOjAuMCwiUmlnaHQiOjAuMCwiQm90dG9tIjowLjB9LCJCYWNrZ3JvdW5kIjp7IiRpZCI6IjI4NDciLCJDb2xvciI6eyIkaWQiOiIyODQ4IiwiQSI6NjMsIlIiOjIzNywiRyI6MTI1LCJCIjo0OX19LCJJc1Zpc2libGUiOnRydWUsIldpZHRoIjowLjAsIkhlaWdodCI6MC4wLCJCb3JkZXJTdHlsZSI6eyIkaWQiOiIyODQ5IiwiTGluZUNvbG9yIjp7IiRpZCI6IjI4NTAiLCIkdHlwZSI6Ik5MUkUuQ29tbW9uLkRvbS5Tb2xpZENvbG9yQnJ1c2gsIE5MUkUuQ29tbW9uIiwiQ29sb3IiOnsiJGlkIjoiMjg1MSIsIkEiOjI1NSwiUiI6MjU1LCJHIjowLCJCIjowfX0sIkxpbmVXZWlnaHQiOjAuMCwiTGluZVR5cGUiOjAsIlBhcmVudFN0eWxlIjpudWxsfSwiUGFyZW50U3R5bGUiOm51bGx9LCJNYXJnaW4iOnsiJGlkIjoiMjg1MiIsIlRvcCI6MC4wLCJMZWZ0IjowLjAsIlJpZ2h0IjowLjAsIkJvdHRvbSI6MC4wfSwiUGFkZGluZyI6eyIkaWQiOiIyODUzIiwiVG9wIjowLjAsIkxlZnQiOjAuMCwiUmlnaHQiOjAuMCwiQm90dG9tIjowLjB9LCJCYWNrZ3JvdW5kIjpudWxsLCJJc1Zpc2libGUiOnRydWUsIldpZHRoIjowLjAsIkhlaWdodCI6MC4wLCJCb3JkZXJTdHlsZSI6bnVsbCwiUGFyZW50U3R5bGUiOm51bGx9LCJCYWNrZ3JvdW5kU3R5bGUiOnsiJGlkIjoiMjg1NCIsIk1hcmdpbiI6eyIkaWQiOiIyODU1IiwiVG9wIjowLjAsIkxlZnQiOjAuMCwiUmlnaHQiOjAuMCwiQm90dG9tIjowLjB9LCJQYWRkaW5nIjp7IiRpZCI6IjI4NTYiLCJUb3AiOjAuMCwiTGVmdCI6MC4wLCJSaWdodCI6MC4wLCJCb3R0b20iOjAuMH0sIkJhY2tncm91bmQiOnsiJGlkIjoiMjg1NyIsIkNvbG9yIjp7IiRpZCI6IjI4NTgiLCJBIjozOCwiUiI6MjM3LCJHIjoxMjUsIkIiOjQ5fX0sIklzVmlzaWJsZSI6dHJ1ZSwiV2lkdGgiOjAuMCwiSGVpZ2h0IjowLjAsIkJvcmRlclN0eWxlIjp7IiRpZCI6IjI4NTkiLCJMaW5lQ29sb3IiOnsiJGlkIjoiMjg2MCIsIiR0eXBlIjoiTkxSRS5Db21tb24uRG9tLlNvbGlkQ29sb3JCcnVzaCwgTkxSRS5Db21tb24iLCJDb2xvciI6eyIkaWQiOiIyODYxIiwiQSI6MjU1LCJSIjoyMzQsIkciOjIyLCJCIjozMH19LCJMaW5lV2VpZ2h0IjowLjAsIkxpbmVUeXBlIjowLCJQYXJlbnRTdHlsZSI6bnVsbH0sIlBhcmVudFN0eWxlIjpudWxsfSwiTWFyZ2luIjp7IiRpZCI6IjI4NjIiLCJUb3AiOjAuMCwiTGVmdCI6MC4wLCJSaWdodCI6MC4wLCJCb3R0b20iOjAuMH0sIlBhZGRpbmciOnsiJGlkIjoiMjg2MyIsIlRvcCI6MC4wLCJMZWZ0IjowLjAsIlJpZ2h0IjowLjAsIkJvdHRvbSI6MC4wfSwiSXNWaXNpYmxlIjp0cnVlLCJXaWR0aCI6MC4wLCJIZWlnaHQiOjAuMCwiQm9yZGVyU3R5bGUiOm51bGwsIlBhcmVudFN0eWxlIjpudWxsfSwiTWFyZ2luIjp7IiRpZCI6IjI4NjQiLCJUb3AiOjAuMCwiTGVmdCI6MC4wLCJSaWdodCI6MC4wLCJCb3R0b20iOjAuMH0sIlBhZGRpbmciOnsiJGlkIjoiMjg2NSIsIlRvcCI6MC4wLCJMZWZ0IjowLjAsIlJpZ2h0IjowLjAsIkJvdHRvbSI6MC4wfSwiSXNWaXNpYmxlIjp0cnVlLCJXaWR0aCI6MC4wLCJIZWlnaHQiOjAuMCwiQm9yZGVyU3R5bGUiOnsiJGlkIjoiMjg2NiIsIkxpbmVDb2xvciI6bnVsbCwiTGluZVdlaWdodCI6MC4wLCJMaW5lVHlwZSI6MCwiUGFyZW50U3R5bGUiOm51bGx9LCJQYXJlbnRTdHlsZSI6bnVsbH0seyIkaWQiOiIyODY3IiwiU3R5bGVJZCI6IjAwMDAwMDAwLTAwMDAtMDAwMC0wMDAwLTAwMDAwMDAwMDAwMCIsIkhlYWRlclN0eWxlIjp7IiRpZCI6IjI4NjgiLCJUZXh0SXNWZXJ0aWNhbCI6ZmFsc2UsIlRleHRTdHlsZSI6eyIkaWQiOiIyODY5IiwiRm9udFNldHRpbmdzIjp7IiRpZCI6IjI4NzAiLCJGb250U2l6ZSI6MTIsIkZvbnROYW1lIjoiQ2FsaWJyaSIsIklzQm9sZCI6dHJ1ZSwiSXNJdGFsaWMiOmZhbHNlLCJJc1VuZGVybGluZWQiOmZhbHNlLCJQYXJlbnRTdHlsZSI6bnVsbH0sIkF1dG9TaXplIjowLCJGb3JlZ3JvdW5kIjp7IiRpZCI6IjI4NzEiLCJDb2xvciI6eyIkaWQiOiIyODcyIiwiQSI6MjU1LCJSIjoyNTUsIkciOjI1NSwiQiI6MjU1fX0sIk1heFdpZHRoIjowLjAsIk1heEhlaWdodCI6MC4wLCJTbWFydEZvcmVncm91bmRJc0FjdGl2ZSI6ZmFsc2UsIkhvcml6b250YWxBbGlnbm1lbnQiOjAsIlZlcnRpY2FsQWxpZ25tZW50IjowLCJTbWFydEZvcmVncm91bmQiOm51bGwsIkJhY2tncm91bmRGaWxsVHlwZSI6MCwiTWFyZ2luIjp7IiRpZCI6IjI4NzMiLCJUb3AiOjAuMCwiTGVmdCI6MC4wLCJSaWdodCI6MC4wLCJCb3R0b20iOjAuMH0sIlBhZGRpbmciOnsiJGlkIjoiMjg3NCIsIlRvcCI6MC4wLCJMZWZ0IjowLjAsIlJpZ2h0IjowLjAsIkJvdHRvbSI6MC4wfSwiQmFja2dyb3VuZCI6bnVsbCwiSXNWaXNpYmxlIjpmYWxzZSwiV2lkdGgiOjAuMCwiSGVpZ2h0IjowLjAsIkJvcmRlclN0eWxlIjpudWxsLCJQYXJlbnRTdHlsZSI6bnVsbH0sIlJlY3RhbmdsZVN0eWxlIjp7IiRpZCI6IjI4NzUiLCJNYXJnaW4iOnsiJGlkIjoiMjg3NiIsIlRvcCI6MC4wLCJMZWZ0IjowLjAsIlJpZ2h0IjowLjAsIkJvdHRvbSI6MC4wfSwiUGFkZGluZyI6eyIkaWQiOiIyODc3IiwiVG9wIjowLjAsIkxlZnQiOjAuMCwiUmlnaHQiOjAuMCwiQm90dG9tIjowLjB9LCJCYWNrZ3JvdW5kIjp7IiRpZCI6IjI4NzgiLCJDb2xvciI6eyIkaWQiOiIyODc5IiwiQSI6MjU1LCJSIjoxMTIsIkciOjE3MywiQiI6NzF9fSwiSXNWaXNpYmxlIjpmYWxzZSwiV2lkdGgiOjAuMCwiSGVpZ2h0IjowLjAsIkJvcmRlclN0eWxlIjp7IiRpZCI6IjI4ODAiLCJMaW5lQ29sb3IiOnsiJGlkIjoiMjg4MSIsIiR0eXBlIjoiTkxSRS5Db21tb24uRG9tLlNvbGlkQ29sb3JCcnVzaCwgTkxSRS5Db21tb24iLCJDb2xvciI6eyIkaWQiOiIyODgyIiwiQSI6MjU1LCJSIjo1NSwiRyI6NTUsIkIiOjU1fX0sIkxpbmVXZWlnaHQiOjAuMCwiTGluZVR5cGUiOjAsIlBhcmVudFN0eWxlIjpudWxsfSwiUGFyZW50U3R5bGUiOm51bGx9LCJNYXJnaW4iOnsiJGlkIjoiMjg4MyIsIlRvcCI6MC4wLCJMZWZ0IjowLjAsIlJpZ2h0IjowLjAsIkJvdHRvbSI6MC4wfSwiUGFkZGluZyI6eyIkaWQiOiIyODg0IiwiVG9wIjowLjAsIkxlZnQiOjAuMCwiUmlnaHQiOjAuMCwiQm90dG9tIjowLjB9LCJCYWNrZ3JvdW5kIjpudWxsLCJJc1Zpc2libGUiOnRydWUsIldpZHRoIjowLjAsIkhlaWdodCI6MC4wLCJCb3JkZXJTdHlsZSI6bnVsbCwiUGFyZW50U3R5bGUiOm51bGx9LCJCYWNrZ3JvdW5kU3R5bGUiOnsiJGlkIjoiMjg4NSIsIk1hcmdpbiI6eyIkaWQiOiIyODg2IiwiVG9wIjowLjAsIkxlZnQiOjAuMCwiUmlnaHQiOjAuMCwiQm90dG9tIjowLjB9LCJQYWRkaW5nIjp7IiRpZCI6IjI4ODciLCJUb3AiOjAuMCwiTGVmdCI6MC4wLCJSaWdodCI6MC4wLCJCb3R0b20iOjAuMH0sIkJhY2tncm91bmQiOnsiJGlkIjoiMjg4OCIsIkNvbG9yIjp7IiRpZCI6IjI4ODkiLCJBIjozOCwiUiI6MTEyLCJHIjoxNzMsIkIiOjcxfX0sIklzVmlzaWJsZSI6dHJ1ZSwiV2lkdGgiOjAuMCwiSGVpZ2h0IjowLjAsIkJvcmRlclN0eWxlIjp7IiRpZCI6IjI4OTAiLCJMaW5lQ29sb3IiOnsiJGlkIjoiMjg5MSIsIiR0eXBlIjoiTkxSRS5Db21tb24uRG9tLlNvbGlkQ29sb3JCcnVzaCwgTkxSRS5Db21tb24iLCJDb2xvciI6eyIkaWQiOiIyODkyIiwiQSI6MjU1LCJSIjoyMzQsIkciOjIyLCJCIjozMH19LCJMaW5lV2VpZ2h0IjowLjAsIkxpbmVUeXBlIjowLCJQYXJlbnRTdHlsZSI6bnVsbH0sIlBhcmVudFN0eWxlIjpudWxsfSwiSXNBYm92ZVRpbWViYW5kIjpmYWxzZSwiU3BhY2luZyI6NSwiRGVmYXVsdFN3aW1sYW5lVGFza1N0eWxlIjp7IiRpZCI6IjI4OTMiLCIkdHlwZSI6Ik5MUkUuQ29tbW9uLkRvbS5TdHlsZXMuRXhwbGljaXRTZXRhYmxlVGFza1N0eWxlLCBOTFJFLkNvbW1vbiIsIlNoYXBlIjo3LCJTaGFwZVRoaWNrbmVzcyI6MCwiRHVyYXRpb25Gb3JtYXQiOjUsIkluY2x1ZGVOb25Xb3JraW5nRGF5c0luRHVyYXRpb24iOmZhbHNlLCJQZXJjZW50YWdlQ29tcGxldGVTdHlsZSI6eyIkaWQiOiIyODk0IiwiRm9udFNldHRpbmdzIjp7IiRpZCI6IjI4OTUiLCJGb250U2l6ZSI6MTAsIkZvbnROYW1lIjoiQ2FsaWJyaSIsIklzQm9sZCI6dHJ1ZSwiSXNJdGFsaWMiOmZhbHNlLCJJc1VuZGVybGluZWQiOmZhbHNlLCJQYXJlbnRTdHlsZSI6bnVsbH0sIkF1dG9TaXplIjowLCJGb3JlZ3JvdW5kIjp7IiRpZCI6IjI4OTYiLCJDb2xvciI6eyIkaWQiOiIyODk3IiwiQSI6MjU1LCJSIjo1NiwiRyI6ODcsIkIiOjM1fX0sIk1heFdpZHRoIjoyMDAuMCwiTWF4SGVpZ2h0IjoiSW5maW5pdHkiLCJTbWFydEZvcmVncm91bmRJc0FjdGl2ZSI6ZmFsc2UsIkhvcml6b250YWxBbGlnbm1lbnQiOjIsIlZlcnRpY2FsQWxpZ25tZW50IjowLCJTbWFydEZvcmVncm91bmQiOm51bGwsIkJhY2tncm91bmRGaWxsVHlwZSI6MCwiTWFyZ2luIjp7IiRpZCI6IjI4OTgiLCJUb3AiOjAuMCwiTGVmdCI6MC4wLCJSaWdodCI6MC4wLCJCb3R0b20iOjAuMH0sIlBhZGRpbmciOnsiJGlkIjoiMjg5OSIsIlRvcCI6MC4wLCJMZWZ0IjowLjAsIlJpZ2h0IjowLjAsIkJvdHRvbSI6MC4wfSwiQmFja2dyb3VuZCI6eyIkaWQiOiIyOTAwIiwiQ29sb3IiOnsiJGlkIjoiMjkwMSIsIkEiOjg5LCJSIjowLCJHIjowLCJCIjowfX0sIklzVmlzaWJsZSI6dHJ1ZSwiV2lkdGgiOjAuMCwiSGVpZ2h0IjowLjAsIkJvcmRlclN0eWxlIjpudWxsLCJQYXJlbnRTdHlsZSI6bnVsbH0sIkR1cmF0aW9uU3R5bGUiOnsiJGlkIjoiMjkwMiIsIkZvbnRTZXR0aW5ncyI6eyIkaWQiOiIyOTAzIiwiRm9udFNpemUiOjEwLCJGb250TmFtZSI6IkNhbGlicmkiLCJJc0JvbGQiOnRydWUsIklzSXRhbGljIjpmYWxzZSwiSXNVbmRlcmxpbmVkIjpmYWxzZSwiUGFyZW50U3R5bGUiOm51bGx9LCJBdXRvU2l6ZSI6MCwiRm9yZWdyb3VuZCI6eyIkaWQiOiIyOTA0IiwiQ29sb3IiOnsiJGlkIjoiMjkwNS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yOTA2IiwiVG9wIjowLjAsIkxlZnQiOjAuMCwiUmlnaHQiOjAuMCwiQm90dG9tIjowLjB9LCJQYWRkaW5nIjp7IiRpZCI6IjI5MDciLCJUb3AiOjAuMCwiTGVmdCI6MC4wLCJSaWdodCI6MC4wLCJCb3R0b20iOjAuMH0sIkJhY2tncm91bmQiOnsiJGlkIjoiMjkwOCIsIkNvbG9yIjp7IiRpZCI6IjI5MDkiLCJBIjowLCJSIjoyNTUsIkciOjI1NSwiQiI6MjU1fX0sIklzVmlzaWJsZSI6dHJ1ZSwiV2lkdGgiOjAuMCwiSGVpZ2h0IjowLjAsIkJvcmRlclN0eWxlIjpudWxsLCJQYXJlbnRTdHlsZSI6bnVsbH0sIkhvcml6b250YWxDb25uZWN0b3JTdHlsZSI6eyIkaWQiOiIyOTEwIiwiTGluZUNvbG9yIjp7IiRpZCI6IjI5MTEiLCIkdHlwZSI6Ik5MUkUuQ29tbW9uLkRvbS5Tb2xpZENvbG9yQnJ1c2gsIE5MUkUuQ29tbW9uIiwiQ29sb3IiOnsiJGlkIjoiMjkxMiIsIkEiOjI1NSwiUiI6MjA0LCJHIjoyMDQsIkIiOjIwNH19LCJMaW5lV2VpZ2h0IjoxLjAsIkxpbmVUeXBlIjowLCJQYXJlbnRTdHlsZSI6bnVsbH0sIlZlcnRpY2FsQ29ubmVjdG9yU3R5bGUiOnsiJGlkIjoiMjkxMyIsIkxpbmVDb2xvciI6eyIkaWQiOiIyOTE0IiwiJHR5cGUiOiJOTFJFLkNvbW1vbi5Eb20uU29saWRDb2xvckJydXNoLCBOTFJFLkNvbW1vbiIsIkNvbG9yIjp7IiRpZCI6IjI5MTUiLCJBIjoyNTUsIlIiOjIwNCwiRyI6MjA0LCJCIjoyMDR9fSwiTGluZVdlaWdodCI6MC4wLCJMaW5lVHlwZSI6MCwiUGFyZW50U3R5bGUiOm51bGx9LCJNYXJnaW4iOm51bGwsIlN0YXJ0RGF0ZVBvc2l0aW9uIjo2LCJFbmREYXRlUG9zaXRpb24iOjYsIkRhdGVJc1Zpc2libGUiOmZhbHNlLCJUaXRsZVBvc2l0aW9uIjoxLCJEdXJhdGlvblBvc2l0aW9uIjowLCJQZXJjZW50YWdlQ29tcGxldGVkUG9zaXRpb24iOjMsIlNwYWNpbmciOjMsIklzQmVsb3dUaW1lYmFuZCI6dHJ1ZSwiUGVyY2VudGFnZUNvbXBsZXRlU2hhcGVPcGFjaXR5IjozNSwiU2hhcGVTdHlsZSI6eyIkaWQiOiIyOTE2IiwiTWFyZ2luIjp7IiRpZCI6IjI5MTciLCJUb3AiOjAuMCwiTGVmdCI6NC4wLCJSaWdodCI6NC4wLCJCb3R0b20iOjAuMH0sIlBhZGRpbmciOnsiJGlkIjoiMjkxOCIsIlRvcCI6MC4wLCJMZWZ0IjowLjAsIlJpZ2h0IjowLjAsIkJvdHRvbSI6MC4wfSwiQmFja2dyb3VuZCI6eyIkaWQiOiIyOTE5IiwiQ29sb3IiOnsiJGlkIjoiMjkyMCIsIkEiOjI1NSwiUiI6MTEyLCJHIjoxNzMsIkIiOjcxfX0sIklzVmlzaWJsZSI6dHJ1ZSwiV2lkdGgiOjAuMCwiSGVpZ2h0IjoxMC4wLCJCb3JkZXJTdHlsZSI6eyIkaWQiOiIyOTIxIiwiTGluZUNvbG9yIjp7IiRpZCI6IjI5MjIiLCIkdHlwZSI6Ik5MUkUuQ29tbW9uLkRvbS5Tb2xpZENvbG9yQnJ1c2gsIE5MUkUuQ29tbW9uIiwiQ29sb3IiOnsiJGlkIjoiMjkyMyIsIkEiOjI1NSwiUiI6MjM0LCJHIjoyMiwiQiI6MzB9fSwiTGluZVdlaWdodCI6MC4wLCJMaW5lVHlwZSI6MCwiUGFyZW50U3R5bGUiOm51bGx9LCJQYXJlbnRTdHlsZSI6bnVsbH0sIlRpdGxlU3R5bGUiOnsiJGlkIjoiMjkyNCIsIkZvbnRTZXR0aW5ncyI6eyIkaWQiOiIyOTI1IiwiRm9udFNpemUiOjExLCJGb250TmFtZSI6IkNhbGlicmkiLCJJc0JvbGQiOnRydWUsIklzSXRhbGljIjpmYWxzZSwiSXNVbmRlcmxpbmVkIjpmYWxzZSwiUGFyZW50U3R5bGUiOm51bGx9LCJBdXRvU2l6ZSI6MCwiRm9yZWdyb3VuZCI6eyIkaWQiOiIyOTI2IiwiQ29sb3IiOnsiJGlkIjoiMjkyN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I4IiwiVG9wIjowLjAsIkxlZnQiOjAuMCwiUmlnaHQiOjAuMCwiQm90dG9tIjowLjB9LCJQYWRkaW5nIjp7IiRpZCI6IjI5MjkiLCJUb3AiOjAuMCwiTGVmdCI6MC4wLCJSaWdodCI6MC4wLCJCb3R0b20iOjAuMH0sIkJhY2tncm91bmQiOnsiJGlkIjoiMjkzMCIsIkNvbG9yIjp7IiRpZCI6IjI5MzEiLCJBIjowLCJSIjoyNTUsIkciOjI1NSwiQiI6MjU1fX0sIklzVmlzaWJsZSI6dHJ1ZSwiV2lkdGgiOjAuMCwiSGVpZ2h0IjowLjAsIkJvcmRlclN0eWxlIjpudWxsLCJQYXJlbnRTdHlsZSI6bnVsbH0sIkRhdGVTdHlsZSI6eyIkaWQiOiIyOTMyIiwiRm9udFNldHRpbmdzIjp7IiRpZCI6IjI5MzMiLCJGb250U2l6ZSI6MTAsIkZvbnROYW1lIjoiQ2FsaWJyaSIsIklzQm9sZCI6ZmFsc2UsIklzSXRhbGljIjpmYWxzZSwiSXNVbmRlcmxpbmVkIjpmYWxzZSwiUGFyZW50U3R5bGUiOm51bGx9LCJBdXRvU2l6ZSI6MCwiRm9yZWdyb3VuZCI6eyIkaWQiOiIyOTM0IiwiQ29sb3IiOnsiJGlkIjoiMjkz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kzNiIsIlRvcCI6MC4wLCJMZWZ0IjowLjAsIlJpZ2h0IjowLjAsIkJvdHRvbSI6MC4wfSwiUGFkZGluZyI6eyIkaWQiOiIyOTM3IiwiVG9wIjowLjAsIkxlZnQiOjAuMCwiUmlnaHQiOjAuMCwiQm90dG9tIjowLjB9LCJCYWNrZ3JvdW5kIjp7IiRpZCI6IjI5MzgiLCJDb2xvciI6eyIkaWQiOiIyOTM5IiwiQSI6ODksIlIiOjAsIkciOjAsIkIiOjB9fSwiSXNWaXNpYmxlIjp0cnVlLCJXaWR0aCI6MC4wLCJIZWlnaHQiOjAuMCwiQm9yZGVyU3R5bGUiOm51bGwsIlBhcmVudFN0eWxlIjpudWxsfSwiRGF0ZUZvcm1hdCI6eyIkaWQiOiIyOTQ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NDEiLCJGb3JtYXQiOjAsIklzVmlzaWJsZSI6ZmFsc2UsIkxhc3RLbm93blZpc2liaWxpdHlTdGF0ZSI6ZmFsc2V9LCJJc1Zpc2libGUiOnRydWUsIlBhcmVudFN0eWxlIjpudWxsLCJfZXhwbGljaXRseVNldCI6eyIkaWQiOiIyOTQy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5NDMiLCJTaGFwZSI6MTQsIkNvbm5lY3Rvck1hcmdpbiI6eyIkaWQiOiIyOTQ0IiwiVG9wIjowLjAsIkxlZnQiOjIuMCwiUmlnaHQiOjIuMCwiQm90dG9tIjowLjB9LCJDb25uZWN0b3JTdHlsZSI6eyIkaWQiOiIyOTQ1IiwiTGluZUNvbG9yIjp7IiRpZCI6IjI5NDYiLCIkdHlwZSI6Ik5MUkUuQ29tbW9uLkRvbS5Tb2xpZENvbG9yQnJ1c2gsIE5MUkUuQ29tbW9uIiwiQ29sb3IiOnsiJGlkIjoiMjk0NyIsIkEiOjEyNywiUiI6NTYsIkciOjg3LCJCIjozNX19LCJMaW5lV2VpZ2h0IjoxLjAsIkxpbmVUeXBlIjowLCJQYXJlbnRTdHlsZSI6bnVsbH0sIklzQmVsb3dUaW1lYmFuZCI6dHJ1ZSwiUG9zaXRpb25PblRhc2siOjMsIkhpZGVEYXRlIjpmYWxzZSwiU2hhcGVTaXplIjoxLCJTcGFjaW5nIjoxLjAsIlBhZGRpbmciOnsiJGlkIjoiMjk0OCIsIlRvcCI6Ny4wLCJMZWZ0IjozLjAsIlJpZ2h0IjowLjAsIkJvdHRvbSI6Mi4wfSwiU2hhcGVTdHlsZSI6eyIkaWQiOiIyOTQ5IiwiTWFyZ2luIjp7IiRpZCI6IjI5NTAiLCJUb3AiOjAuMCwiTGVmdCI6MC4wLCJSaWdodCI6MC4wLCJCb3R0b20iOjAuMH0sIlBhZGRpbmciOnsiJGlkIjoiMjk1MSIsIlRvcCI6MC4wLCJMZWZ0IjowLjAsIlJpZ2h0IjowLjAsIkJvdHRvbSI6MC4wfSwiQmFja2dyb3VuZCI6eyIkaWQiOiIyOTUyIiwiQ29sb3IiOnsiJGlkIjoiMjk1MyIsIkEiOjI1NSwiUiI6NTYsIkciOjg3LCJCIjozNX19LCJJc1Zpc2libGUiOnRydWUsIldpZHRoIjoxOC4wLCJIZWlnaHQiOjIwLjAsIkJvcmRlclN0eWxlIjp7IiRpZCI6IjI5NTQiLCJMaW5lQ29sb3IiOnsiJGlkIjoiMjk1NSIsIiR0eXBlIjoiTkxSRS5Db21tb24uRG9tLlNvbGlkQ29sb3JCcnVzaCwgTkxSRS5Db21tb24iLCJDb2xvciI6eyIkaWQiOiIyOTU2IiwiQSI6MjU1LCJSIjoyMzQsIkciOjIyLCJCIjozMH19LCJMaW5lV2VpZ2h0IjowLjAsIkxpbmVUeXBlIjowLCJQYXJlbnRTdHlsZSI6bnVsbH0sIlBhcmVudFN0eWxlIjpudWxsfSwiVGl0bGVTdHlsZSI6eyIkaWQiOiIyOTU3IiwiRm9udFNldHRpbmdzIjp7IiRpZCI6IjI5NTgiLCJGb250U2l6ZSI6MTEsIkZvbnROYW1lIjoiQ2FsaWJyaSIsIklzQm9sZCI6dHJ1ZSwiSXNJdGFsaWMiOmZhbHNlLCJJc1VuZGVybGluZWQiOmZhbHNlLCJQYXJlbnRTdHlsZSI6bnVsbH0sIkF1dG9TaXplIjowLCJGb3JlZ3JvdW5kIjp7IiRpZCI6IjI5NTkiLCJDb2xvciI6eyIkaWQiOiIyOTY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5NjEiLCJUb3AiOjAuMCwiTGVmdCI6MC4wLCJSaWdodCI6MC4wLCJCb3R0b20iOjAuMH0sIlBhZGRpbmciOnsiJGlkIjoiMjk2MiIsIlRvcCI6MC4wLCJMZWZ0IjowLjAsIlJpZ2h0IjowLjAsIkJvdHRvbSI6MC4wfSwiQmFja2dyb3VuZCI6eyIkaWQiOiIyOTYzIiwiQ29sb3IiOnsiJGlkIjoiMjk2NCIsIkEiOjAsIlIiOjI1NSwiRyI6MjU1LCJCIjoyNTV9fSwiSXNWaXNpYmxlIjp0cnVlLCJXaWR0aCI6MC4wLCJIZWlnaHQiOjAuMCwiQm9yZGVyU3R5bGUiOm51bGwsIlBhcmVudFN0eWxlIjpudWxsfSwiRGF0ZVN0eWxlIjp7IiRpZCI6IjI5NjUiLCJGb250U2V0dGluZ3MiOnsiJGlkIjoiMjk2NiIsIkZvbnRTaXplIjoxMCwiRm9udE5hbWUiOiJDYWxpYnJpIiwiSXNCb2xkIjpmYWxzZSwiSXNJdGFsaWMiOmZhbHNlLCJJc1VuZGVybGluZWQiOmZhbHNlLCJQYXJlbnRTdHlsZSI6bnVsbH0sIkF1dG9TaXplIjowLCJGb3JlZ3JvdW5kIjp7IiRpZCI6IjI5NjciLCJDb2xvciI6eyIkaWQiOiIyOTY4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yOTY5IiwiVG9wIjowLjAsIkxlZnQiOjAuMCwiUmlnaHQiOjAuMCwiQm90dG9tIjowLjB9LCJQYWRkaW5nIjp7IiRpZCI6IjI5NzAiLCJUb3AiOjAuMCwiTGVmdCI6MC4wLCJSaWdodCI6MC4wLCJCb3R0b20iOjAuMH0sIkJhY2tncm91bmQiOnsiJGlkIjoiMjk3MSIsIkNvbG9yIjp7IiRpZCI6IjI5NzIiLCJBIjowLCJSIjoyNTUsIkciOjI1NSwiQiI6MjU1fX0sIklzVmlzaWJsZSI6dHJ1ZSwiV2lkdGgiOjAuMCwiSGVpZ2h0IjowLjAsIkJvcmRlclN0eWxlIjpudWxsLCJQYXJlbnRTdHlsZSI6bnVsbH0sIkRhdGVGb3JtYXQiOnsiJGlkIjoiMjk3My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I5NzQiLCJEYXRlUGFydElzVmlzaWJsZSI6dHJ1ZSwiVGltZVBhcnRJc1Zpc2libGUiOmZhbHNlfX0sIldlZWtOdW1iZXJpbmciOnsiJGlkIjoiMjk3NSIsIkZvcm1hdCI6MCwiSXNWaXNpYmxlIjpmYWxzZSwiTGFzdEtub3duVmlzaWJpbGl0eVN0YXRlIjpmYWxzZX0sIklzVmlzaWJsZSI6dHJ1ZSwiUGFyZW50U3R5bGUiOm51bGx9LCJEZWZhdWx0U3dpbWxhbmVNaWxlc3RvbmVTdHlsZSI6eyIkaWQiOiIyOTc2IiwiVGl0bGVQb3NpdGlvbiI6IlJpZ2h0IiwiRGF0ZVBvc2l0aW9uIjoiTGVmdCIsIlNoYXBlVHlwZSI6MCwiU2hhcGVTaXplIjoxLCJTcGFjaW5nIjo1LCJTaGFwZVN0eWxlIjp7IiRpZCI6IjI5NzciLCJNYXJnaW4iOnsiJGlkIjoiMjk3OCIsIlRvcCI6MC4wLCJMZWZ0IjowLjAsIlJpZ2h0IjowLjAsIkJvdHRvbSI6MC4wfSwiUGFkZGluZyI6eyIkaWQiOiIyOTc5IiwiVG9wIjowLjAsIkxlZnQiOjAuMCwiUmlnaHQiOjAuMCwiQm90dG9tIjowLjB9LCJCYWNrZ3JvdW5kIjp7IiRpZCI6IjI5ODAiLCJDb2xvciI6eyIkaWQiOiIyOTgxIiwiQSI6MjU1LCJSIjoxMTIsIkciOjE3MywiQiI6NzF9fSwiSXNWaXNpYmxlIjp0cnVlLCJXaWR0aCI6MTguMCwiSGVpZ2h0IjoyMC4wLCJCb3JkZXJTdHlsZSI6eyIkaWQiOiIyOTgyIiwiTGluZUNvbG9yIjp7IiRpZCI6IjI5ODMiLCIkdHlwZSI6Ik5MUkUuQ29tbW9uLkRvbS5Tb2xpZENvbG9yQnJ1c2gsIE5MUkUuQ29tbW9uIiwiQ29sb3IiOnsiJGlkIjoiMjk4NCIsIkEiOjI1NSwiUiI6MjM0LCJHIjoyMiwiQiI6MzB9fSwiTGluZVdlaWdodCI6MC4wLCJMaW5lVHlwZSI6MCwiUGFyZW50U3R5bGUiOm51bGx9LCJQYXJlbnRTdHlsZSI6bnVsbH0sIlRpdGxlU3R5bGUiOnsiJGlkIjoiMjk4NSIsIkZvbnRTZXR0aW5ncyI6eyIkaWQiOiIyOTg2IiwiRm9udFNpemUiOjExLCJGb250TmFtZSI6IkNhbGlicmkiLCJJc0JvbGQiOnRydWUsIklzSXRhbGljIjpmYWxzZSwiSXNVbmRlcmxpbmVkIjpmYWxzZSwiUGFyZW50U3R5bGUiOm51bGx9LCJBdXRvU2l6ZSI6MCwiRm9yZWdyb3VuZCI6eyIkaWQiOiIyOTg3IiwiQ29sb3IiOnsiJGlkIjoiMjk4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Tg5IiwiVG9wIjowLjAsIkxlZnQiOjAuMCwiUmlnaHQiOjAuMCwiQm90dG9tIjowLjB9LCJQYWRkaW5nIjp7IiRpZCI6IjI5OTAiLCJUb3AiOjAuMCwiTGVmdCI6MC4wLCJSaWdodCI6MC4wLCJCb3R0b20iOjAuMH0sIkJhY2tncm91bmQiOnsiJGlkIjoiMjk5MSIsIkNvbG9yIjp7IiRpZCI6IjI5OTIiLCJBIjo4OSwiUiI6MCwiRyI6MCwiQiI6MH19LCJJc1Zpc2libGUiOnRydWUsIldpZHRoIjowLjAsIkhlaWdodCI6MC4wLCJCb3JkZXJTdHlsZSI6bnVsbCwiUGFyZW50U3R5bGUiOm51bGx9LCJEYXRlU3R5bGUiOnsiJGlkIjoiMjk5MyIsIkZvbnRTZXR0aW5ncyI6eyIkaWQiOiIyOTk0IiwiRm9udFNpemUiOjEwLCJGb250TmFtZSI6IkNhbGlicmkiLCJJc0JvbGQiOmZhbHNlLCJJc0l0YWxpYyI6ZmFsc2UsIklzVW5kZXJsaW5lZCI6ZmFsc2UsIlBhcmVudFN0eWxlIjpudWxsfSwiQXV0b1NpemUiOjAsIkZvcmVncm91bmQiOnsiJGlkIjoiMjk5NSIsIkNvbG9yIjp7IiRpZCI6IjI5OT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5OTciLCJUb3AiOjAuMCwiTGVmdCI6MC4wLCJSaWdodCI6MC4wLCJCb3R0b20iOjAuMH0sIlBhZGRpbmciOnsiJGlkIjoiMjk5OCIsIlRvcCI6MC4wLCJMZWZ0IjowLjAsIlJpZ2h0IjowLjAsIkJvdHRvbSI6MC4wfSwiQmFja2dyb3VuZCI6eyIkaWQiOiIyOTk5IiwiQ29sb3IiOnsiJGlkIjoiMzAwMCIsIkEiOjg5LCJSIjowLCJHIjowLCJCIjowfX0sIklzVmlzaWJsZSI6ZmFsc2UsIldpZHRoIjowLjAsIkhlaWdodCI6MC4wLCJCb3JkZXJTdHlsZSI6bnVsbCwiUGFyZW50U3R5bGUiOm51bGx9LCJEYXRlRm9ybWF0Ijp7IiRpZCI6IjMw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AwMiIsIkZvcm1hdCI6MCwiSXNWaXNpYmxlIjpmYWxzZSwiTGFzdEtub3duVmlzaWJpbGl0eVN0YXRlIjpmYWxzZX0sIklzVmlzaWJsZSI6dHJ1ZSwiUGFyZW50U3R5bGUiOm51bGx9LCJEZWZhdWx0U3dpbWxhbmVBY3Rpdml0eVN0eWxlIjp7IiRpZCI6IjMwMDMiLCJIZWFkZXJTdHlsZSI6eyIkaWQiOiIzMDA0IiwiVGV4dFN0eWxlIjp7IiRpZCI6IjMwMDUiLCJGb250U2V0dGluZ3MiOnsiJGlkIjoiMzAwNiIsIkZvbnRTaXplIjoxMSwiRm9udE5hbWUiOiJDYWxpYnJpIiwiSXNCb2xkIjpmYWxzZSwiSXNJdGFsaWMiOmZhbHNlLCJJc1VuZGVybGluZWQiOmZhbHNlLCJQYXJlbnRTdHlsZSI6bnVsbH0sIkF1dG9TaXplIjoyLCJGb3JlZ3JvdW5kIjp7IiRpZCI6IjMwMDciLCJDb2xvciI6eyIkaWQiOiIzMDA4IiwiQSI6MjU1LCJSIjowLCJHIjowLCJCIjowfX0sIk1heFdpZHRoIjowLjAsIk1heEhlaWdodCI6IkluZmluaXR5IiwiU21hcnRGb3JlZ3JvdW5kSXNBY3RpdmUiOmZhbHNlLCJIb3Jpem9udGFsQWxpZ25tZW50IjowLCJWZXJ0aWNhbEFsaWdubWVudCI6MCwiU21hcnRGb3JlZ3JvdW5kIjpudWxsLCJCYWNrZ3JvdW5kRmlsbFR5cGUiOjAsIk1hcmdpbiI6eyIkaWQiOiIzMDA5IiwiVG9wIjowLjAsIkxlZnQiOjAuMCwiUmlnaHQiOjAuMCwiQm90dG9tIjowLjB9LCJQYWRkaW5nIjp7IiRpZCI6IjMwMTAiLCJUb3AiOjAuMCwiTGVmdCI6MC4wLCJSaWdodCI6MC4wLCJCb3R0b20iOjAuMH0sIkJhY2tncm91bmQiOm51bGwsIklzVmlzaWJsZSI6dHJ1ZSwiV2lkdGgiOjAuMCwiSGVpZ2h0IjowLjAsIkJvcmRlclN0eWxlIjpudWxsLCJQYXJlbnRTdHlsZSI6bnVsbH0sIlJlY3RhbmdsZVN0eWxlIjp7IiRpZCI6IjMwMTEiLCJNYXJnaW4iOnsiJGlkIjoiMzAxMiIsIlRvcCI6MC4wLCJMZWZ0IjowLjAsIlJpZ2h0IjowLjAsIkJvdHRvbSI6MC4wfSwiUGFkZGluZyI6eyIkaWQiOiIzMDEzIiwiVG9wIjowLjAsIkxlZnQiOjAuMCwiUmlnaHQiOjAuMCwiQm90dG9tIjowLjB9LCJCYWNrZ3JvdW5kIjp7IiRpZCI6IjMwMTQiLCJDb2xvciI6eyIkaWQiOiIzMDE1IiwiQSI6NjMsIlIiOjExMiwiRyI6MTczLCJCIjo3MX19LCJJc1Zpc2libGUiOnRydWUsIldpZHRoIjowLjAsIkhlaWdodCI6MC4wLCJCb3JkZXJTdHlsZSI6eyIkaWQiOiIzMDE2IiwiTGluZUNvbG9yIjp7IiRpZCI6IjMwMTciLCIkdHlwZSI6Ik5MUkUuQ29tbW9uLkRvbS5Tb2xpZENvbG9yQnJ1c2gsIE5MUkUuQ29tbW9uIiwiQ29sb3IiOnsiJGlkIjoiMzAxOCIsIkEiOjI1NSwiUiI6MjU1LCJHIjowLCJCIjowfX0sIkxpbmVXZWlnaHQiOjAuMCwiTGluZVR5cGUiOjAsIlBhcmVudFN0eWxlIjpudWxsfSwiUGFyZW50U3R5bGUiOm51bGx9LCJNYXJnaW4iOnsiJGlkIjoiMzAxOSIsIlRvcCI6MC4wLCJMZWZ0IjowLjAsIlJpZ2h0IjowLjAsIkJvdHRvbSI6MC4wfSwiUGFkZGluZyI6eyIkaWQiOiIzMDIwIiwiVG9wIjowLjAsIkxlZnQiOjAuMCwiUmlnaHQiOjAuMCwiQm90dG9tIjowLjB9LCJCYWNrZ3JvdW5kIjpudWxsLCJJc1Zpc2libGUiOnRydWUsIldpZHRoIjowLjAsIkhlaWdodCI6MC4wLCJCb3JkZXJTdHlsZSI6bnVsbCwiUGFyZW50U3R5bGUiOm51bGx9LCJCYWNrZ3JvdW5kU3R5bGUiOnsiJGlkIjoiMzAyMSIsIk1hcmdpbiI6eyIkaWQiOiIzMDIyIiwiVG9wIjowLjAsIkxlZnQiOjAuMCwiUmlnaHQiOjAuMCwiQm90dG9tIjowLjB9LCJQYWRkaW5nIjp7IiRpZCI6IjMwMjMiLCJUb3AiOjAuMCwiTGVmdCI6MC4wLCJSaWdodCI6MC4wLCJCb3R0b20iOjAuMH0sIkJhY2tncm91bmQiOnsiJGlkIjoiMzAyNCIsIkNvbG9yIjp7IiRpZCI6IjMwMjUiLCJBIjozOCwiUiI6MTEyLCJHIjoxNzMsIkIiOjcxfX0sIklzVmlzaWJsZSI6dHJ1ZSwiV2lkdGgiOjAuMCwiSGVpZ2h0IjowLjAsIkJvcmRlclN0eWxlIjp7IiRpZCI6IjMwMjYiLCJMaW5lQ29sb3IiOnsiJGlkIjoiMzAyNyIsIiR0eXBlIjoiTkxSRS5Db21tb24uRG9tLlNvbGlkQ29sb3JCcnVzaCwgTkxSRS5Db21tb24iLCJDb2xvciI6eyIkaWQiOiIzMDI4IiwiQSI6MjU1LCJSIjoyMzQsIkciOjIyLCJCIjozMH19LCJMaW5lV2VpZ2h0IjowLjAsIkxpbmVUeXBlIjowLCJQYXJlbnRTdHlsZSI6bnVsbH0sIlBhcmVudFN0eWxlIjpudWxsfSwiTWFyZ2luIjp7IiRpZCI6IjMwMjkiLCJUb3AiOjAuMCwiTGVmdCI6MC4wLCJSaWdodCI6MC4wLCJCb3R0b20iOjAuMH0sIlBhZGRpbmciOnsiJGlkIjoiMzAzMCIsIlRvcCI6MC4wLCJMZWZ0IjowLjAsIlJpZ2h0IjowLjAsIkJvdHRvbSI6MC4wfSwiSXNWaXNpYmxlIjp0cnVlLCJXaWR0aCI6MC4wLCJIZWlnaHQiOjAuMCwiQm9yZGVyU3R5bGUiOm51bGwsIlBhcmVudFN0eWxlIjpudWxsfSwiTWFyZ2luIjp7IiRpZCI6IjMwMzEiLCJUb3AiOjAuMCwiTGVmdCI6MC4wLCJSaWdodCI6MC4wLCJCb3R0b20iOjAuMH0sIlBhZGRpbmciOnsiJGlkIjoiMzAzMiIsIlRvcCI6MC4wLCJMZWZ0IjowLjAsIlJpZ2h0IjowLjAsIkJvdHRvbSI6MC4wfSwiSXNWaXNpYmxlIjp0cnVlLCJXaWR0aCI6MC4wLCJIZWlnaHQiOjAuMCwiQm9yZGVyU3R5bGUiOnsiJGlkIjoiMzAzMyIsIkxpbmVDb2xvciI6bnVsbCwiTGluZVdlaWdodCI6MC4wLCJMaW5lVHlwZSI6MCwiUGFyZW50U3R5bGUiOm51bGx9LCJQYXJlbnRTdHlsZSI6bnVsbH0seyIkaWQiOiIzMDM0IiwiU3R5bGVJZCI6IjAwMDAwMDAwLTAwMDAtMDAwMC0wMDAwLTAwMDAwMDAwMDAwMCIsIkhlYWRlclN0eWxlIjp7IiRpZCI6IjMwMzUiLCJUZXh0SXNWZXJ0aWNhbCI6ZmFsc2UsIlRleHRTdHlsZSI6eyIkaWQiOiIzMDM2IiwiRm9udFNldHRpbmdzIjp7IiRpZCI6IjMwMzciLCJGb250U2l6ZSI6MTIsIkZvbnROYW1lIjoiQ2FsaWJyaSIsIklzQm9sZCI6dHJ1ZSwiSXNJdGFsaWMiOmZhbHNlLCJJc1VuZGVybGluZWQiOmZhbHNlLCJQYXJlbnRTdHlsZSI6bnVsbH0sIkF1dG9TaXplIjowLCJGb3JlZ3JvdW5kIjp7IiRpZCI6IjMwMzgiLCJDb2xvciI6eyIkaWQiOiIzMDM5IiwiQSI6MjU1LCJSIjoyNTUsIkciOjI1NSwiQiI6MjU1fX0sIk1heFdpZHRoIjowLjAsIk1heEhlaWdodCI6MC4wLCJTbWFydEZvcmVncm91bmRJc0FjdGl2ZSI6ZmFsc2UsIkhvcml6b250YWxBbGlnbm1lbnQiOjAsIlZlcnRpY2FsQWxpZ25tZW50IjowLCJTbWFydEZvcmVncm91bmQiOm51bGwsIkJhY2tncm91bmRGaWxsVHlwZSI6MCwiTWFyZ2luIjp7IiRpZCI6IjMwNDAiLCJUb3AiOjAuMCwiTGVmdCI6MC4wLCJSaWdodCI6MC4wLCJCb3R0b20iOjAuMH0sIlBhZGRpbmciOnsiJGlkIjoiMzA0MSIsIlRvcCI6MC4wLCJMZWZ0IjowLjAsIlJpZ2h0IjowLjAsIkJvdHRvbSI6MC4wfSwiQmFja2dyb3VuZCI6bnVsbCwiSXNWaXNpYmxlIjpmYWxzZSwiV2lkdGgiOjAuMCwiSGVpZ2h0IjowLjAsIkJvcmRlclN0eWxlIjpudWxsLCJQYXJlbnRTdHlsZSI6bnVsbH0sIlJlY3RhbmdsZVN0eWxlIjp7IiRpZCI6IjMwNDIiLCJNYXJnaW4iOnsiJGlkIjoiMzA0MyIsIlRvcCI6MC4wLCJMZWZ0IjowLjAsIlJpZ2h0IjowLjAsIkJvdHRvbSI6MC4wfSwiUGFkZGluZyI6eyIkaWQiOiIzMDQ0IiwiVG9wIjowLjAsIkxlZnQiOjAuMCwiUmlnaHQiOjAuMCwiQm90dG9tIjowLjB9LCJCYWNrZ3JvdW5kIjp7IiRpZCI6IjMwNDUiLCJDb2xvciI6eyIkaWQiOiIzMDQ2IiwiQSI6MjU1LCJSIjo2OCwiRyI6MTE0LCJCIjoxOTZ9fSwiSXNWaXNpYmxlIjpmYWxzZSwiV2lkdGgiOjAuMCwiSGVpZ2h0IjowLjAsIkJvcmRlclN0eWxlIjp7IiRpZCI6IjMwNDciLCJMaW5lQ29sb3IiOnsiJGlkIjoiMzA0OCIsIiR0eXBlIjoiTkxSRS5Db21tb24uRG9tLlNvbGlkQ29sb3JCcnVzaCwgTkxSRS5Db21tb24iLCJDb2xvciI6eyIkaWQiOiIzMDQ5IiwiQSI6MjU1LCJSIjo4OCwiRyI6MzksIkIiOjd9fSwiTGluZVdlaWdodCI6MC4wLCJMaW5lVHlwZSI6MCwiUGFyZW50U3R5bGUiOm51bGx9LCJQYXJlbnRTdHlsZSI6bnVsbH0sIk1hcmdpbiI6eyIkaWQiOiIzMDUwIiwiVG9wIjowLjAsIkxlZnQiOjAuMCwiUmlnaHQiOjAuMCwiQm90dG9tIjowLjB9LCJQYWRkaW5nIjp7IiRpZCI6IjMwNTEiLCJUb3AiOjAuMCwiTGVmdCI6MC4wLCJSaWdodCI6MC4wLCJCb3R0b20iOjAuMH0sIkJhY2tncm91bmQiOm51bGwsIklzVmlzaWJsZSI6dHJ1ZSwiV2lkdGgiOjAuMCwiSGVpZ2h0IjowLjAsIkJvcmRlclN0eWxlIjpudWxsLCJQYXJlbnRTdHlsZSI6bnVsbH0sIkJhY2tncm91bmRTdHlsZSI6eyIkaWQiOiIzMDUyIiwiTWFyZ2luIjp7IiRpZCI6IjMwNTMiLCJUb3AiOjAuMCwiTGVmdCI6MC4wLCJSaWdodCI6MC4wLCJCb3R0b20iOjAuMH0sIlBhZGRpbmciOnsiJGlkIjoiMzA1NCIsIlRvcCI6MC4wLCJMZWZ0IjowLjAsIlJpZ2h0IjowLjAsIkJvdHRvbSI6MC4wfSwiQmFja2dyb3VuZCI6eyIkaWQiOiIzMDU1IiwiQ29sb3IiOnsiJGlkIjoiMzA1NiIsIkEiOjM4LCJSIjo2OCwiRyI6MTE0LCJCIjoxOTZ9fSwiSXNWaXNpYmxlIjp0cnVlLCJXaWR0aCI6MC4wLCJIZWlnaHQiOjAuMCwiQm9yZGVyU3R5bGUiOnsiJGlkIjoiMzA1NyIsIkxpbmVDb2xvciI6eyIkaWQiOiIzMDU4IiwiJHR5cGUiOiJOTFJFLkNvbW1vbi5Eb20uU29saWRDb2xvckJydXNoLCBOTFJFLkNvbW1vbiIsIkNvbG9yIjp7IiRpZCI6IjMwNTkiLCJBIjoyNTUsIlIiOjIzNCwiRyI6MjIsIkIiOjMwfX0sIkxpbmVXZWlnaHQiOjAuMCwiTGluZVR5cGUiOjAsIlBhcmVudFN0eWxlIjpudWxsfSwiUGFyZW50U3R5bGUiOm51bGx9LCJJc0Fib3ZlVGltZWJhbmQiOmZhbHNlLCJTcGFjaW5nIjo1LCJEZWZhdWx0U3dpbWxhbmVUYXNrU3R5bGUiOnsiJGlkIjoiMzA2MCIsIiR0eXBlIjoiTkxSRS5Db21tb24uRG9tLlN0eWxlcy5FeHBsaWNpdFNldGFibGVUYXNrU3R5bGUsIE5MUkUuQ29tbW9uIiwiU2hhcGUiOjcsIlNoYXBlVGhpY2tuZXNzIjowLCJEdXJhdGlvbkZvcm1hdCI6NSwiSW5jbHVkZU5vbldvcmtpbmdEYXlzSW5EdXJhdGlvbiI6ZmFsc2UsIlBlcmNlbnRhZ2VDb21wbGV0ZVN0eWxlIjp7IiRpZCI6IjMwNjEiLCJGb250U2V0dGluZ3MiOnsiJGlkIjoiMzA2MiIsIkZvbnRTaXplIjoxMCwiRm9udE5hbWUiOiJDYWxpYnJpIiwiSXNCb2xkIjpmYWxzZSwiSXNJdGFsaWMiOmZhbHNlLCJJc1VuZGVybGluZWQiOmZhbHNlLCJQYXJlbnRTdHlsZSI6bnVsbH0sIkF1dG9TaXplIjowLCJGb3JlZ3JvdW5kIjp7IiRpZCI6IjMwNjMiLCJDb2xvciI6eyIkaWQiOiIzMDY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A2NSIsIlRvcCI6MC4wLCJMZWZ0IjowLjAsIlJpZ2h0IjowLjAsIkJvdHRvbSI6MC4wfSwiUGFkZGluZyI6eyIkaWQiOiIzMDY2IiwiVG9wIjowLjAsIkxlZnQiOjAuMCwiUmlnaHQiOjAuMCwiQm90dG9tIjowLjB9LCJCYWNrZ3JvdW5kIjp7IiRpZCI6IjMwNjciLCJDb2xvciI6eyIkaWQiOiIzMDY4IiwiQSI6ODksIlIiOjAsIkciOjAsIkIiOjB9fSwiSXNWaXNpYmxlIjp0cnVlLCJXaWR0aCI6MC4wLCJIZWlnaHQiOjAuMCwiQm9yZGVyU3R5bGUiOm51bGwsIlBhcmVudFN0eWxlIjpudWxsfSwiRHVyYXRpb25TdHlsZSI6eyIkaWQiOiIzMDY5IiwiRm9udFNldHRpbmdzIjp7IiRpZCI6IjMwNzAiLCJGb250U2l6ZSI6MTAsIkZvbnROYW1lIjoiQ2FsaWJyaSIsIklzQm9sZCI6ZmFsc2UsIklzSXRhbGljIjpmYWxzZSwiSXNVbmRlcmxpbmVkIjpmYWxzZSwiUGFyZW50U3R5bGUiOm51bGx9LCJBdXRvU2l6ZSI6MCwiRm9yZWdyb3VuZCI6eyIkaWQiOiIzMDcxIiwiQ29sb3IiOnsiJGlkIjoiMzA3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wNzMiLCJUb3AiOjAuMCwiTGVmdCI6MC4wLCJSaWdodCI6MC4wLCJCb3R0b20iOjAuMH0sIlBhZGRpbmciOnsiJGlkIjoiMzA3NCIsIlRvcCI6MC4wLCJMZWZ0IjowLjAsIlJpZ2h0IjowLjAsIkJvdHRvbSI6MC4wfSwiQmFja2dyb3VuZCI6eyIkaWQiOiIzMDc1IiwiQ29sb3IiOnsiJHJlZiI6IjMwNjgifX0sIklzVmlzaWJsZSI6dHJ1ZSwiV2lkdGgiOjAuMCwiSGVpZ2h0IjowLjAsIkJvcmRlclN0eWxlIjpudWxsLCJQYXJlbnRTdHlsZSI6bnVsbH0sIkhvcml6b250YWxDb25uZWN0b3JTdHlsZSI6eyIkaWQiOiIzMDc2IiwiTGluZUNvbG9yIjp7IiRpZCI6IjMwNzciLCIkdHlwZSI6Ik5MUkUuQ29tbW9uLkRvbS5Tb2xpZENvbG9yQnJ1c2gsIE5MUkUuQ29tbW9uIiwiQ29sb3IiOnsiJGlkIjoiMzA3OCIsIkEiOjI1NSwiUiI6MjA0LCJHIjoyMDQsIkIiOjIwNH19LCJMaW5lV2VpZ2h0IjoxLjAsIkxpbmVUeXBlIjowLCJQYXJlbnRTdHlsZSI6bnVsbH0sIlZlcnRpY2FsQ29ubmVjdG9yU3R5bGUiOnsiJGlkIjoiMzA3OSIsIkxpbmVDb2xvciI6eyIkaWQiOiIzMDgwIiwiJHR5cGUiOiJOTFJFLkNvbW1vbi5Eb20uU29saWRDb2xvckJydXNoLCBOTFJFLkNvbW1vbiIsIkNvbG9yIjp7IiRpZCI6IjMwODEiLCJBIjoyNTUsIlIiOjIwNCwiRyI6MjA0LCJCIjoyMDR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ywiSXNCZWxvd1RpbWViYW5kIjp0cnVlLCJQZXJjZW50YWdlQ29tcGxldGVTaGFwZU9wYWNpdHkiOjM1LCJTaGFwZVN0eWxlIjp7IiRpZCI6IjMwODIiLCJNYXJnaW4iOnsiJGlkIjoiMzA4MyIsIlRvcCI6MC4wLCJMZWZ0Ijo0LjAsIlJpZ2h0Ijo0LjAsIkJvdHRvbSI6MC4wfSwiUGFkZGluZyI6eyIkaWQiOiIzMDg0IiwiVG9wIjowLjAsIkxlZnQiOjAuMCwiUmlnaHQiOjAuMCwiQm90dG9tIjowLjB9LCJCYWNrZ3JvdW5kIjp7IiRpZCI6IjMwODUiLCJDb2xvciI6eyIkaWQiOiIzMDg2IiwiQSI6MjU1LCJSIjo2OCwiRyI6MTE0LCJCIjoxOTZ9fSwiSXNWaXNpYmxlIjp0cnVlLCJXaWR0aCI6MC4wLCJIZWlnaHQiOjEwLjAsIkJvcmRlclN0eWxlIjp7IiRpZCI6IjMwODciLCJMaW5lQ29sb3IiOnsiJGlkIjoiMzA4OCIsIiR0eXBlIjoiTkxSRS5Db21tb24uRG9tLlNvbGlkQ29sb3JCcnVzaCwgTkxSRS5Db21tb24iLCJDb2xvciI6eyIkaWQiOiIzMDg5IiwiQSI6MjU1LCJSIjoyMzQsIkciOjIyLCJCIjozMH19LCJMaW5lV2VpZ2h0IjowLjAsIkxpbmVUeXBlIjowLCJQYXJlbnRTdHlsZSI6bnVsbH0sIlBhcmVudFN0eWxlIjpudWxsfSwiVGl0bGVTdHlsZSI6eyIkaWQiOiIzMDkwIiwiRm9udFNldHRpbmdzIjp7IiRpZCI6IjMwOTEiLCJGb250U2l6ZSI6MTEsIkZvbnROYW1lIjoiQ2FsaWJyaSIsIklzQm9sZCI6dHJ1ZSwiSXNJdGFsaWMiOmZhbHNlLCJJc1VuZGVybGluZWQiOmZhbHNlLCJQYXJlbnRTdHlsZSI6bnVsbH0sIkF1dG9TaXplIjowLCJGb3JlZ3JvdW5kIjp7IiRpZCI6IjMwOTIiLCJDb2xvciI6eyIkaWQiOiIzMDkzIiwiQSI6MjU1LCJSIjowLCJHIjowLCJCIjowfX0sIk1heFdpZHRoIjo5NjAuMCwiTWF4SGVpZ2h0IjoiSW5maW5pdHkiLCJTbWFydEZvcmVncm91bmRJc0FjdGl2ZSI6ZmFsc2UsIkhvcml6b250YWxBbGlnbm1lbnQiOjIsIlZlcnRpY2FsQWxpZ25tZW50IjowLCJTbWFydEZvcmVncm91bmQiOm51bGwsIkJhY2tncm91bmRGaWxsVHlwZSI6MCwiTWFyZ2luIjp7IiRpZCI6IjMwOTQiLCJUb3AiOjAuMCwiTGVmdCI6MC4wLCJSaWdodCI6MC4wLCJCb3R0b20iOjAuMH0sIlBhZGRpbmciOnsiJGlkIjoiMzA5NSIsIlRvcCI6MC4wLCJMZWZ0IjowLjAsIlJpZ2h0IjowLjAsIkJvdHRvbSI6MC4wfSwiQmFja2dyb3VuZCI6eyIkaWQiOiIzMDk2IiwiQ29sb3IiOnsiJHJlZiI6IjMwNjgifX0sIklzVmlzaWJsZSI6dHJ1ZSwiV2lkdGgiOjAuMCwiSGVpZ2h0IjowLjAsIkJvcmRlclN0eWxlIjpudWxsLCJQYXJlbnRTdHlsZSI6bnVsbH0sIkRhdGVTdHlsZSI6eyIkaWQiOiIzMDk3IiwiRm9udFNldHRpbmdzIjp7IiRpZCI6IjMwOTgiLCJGb250U2l6ZSI6MTAsIkZvbnROYW1lIjoiQ2FsaWJyaSIsIklzQm9sZCI6ZmFsc2UsIklzSXRhbGljIjpmYWxzZSwiSXNVbmRlcmxpbmVkIjpmYWxzZSwiUGFyZW50U3R5bGUiOm51bGx9LCJBdXRvU2l6ZSI6MCwiRm9yZWdyb3VuZCI6eyIkaWQiOiIzMDk5IiwiQ29sb3IiOnsiJGlkIjoiMzEw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EwMSIsIlRvcCI6MC4wLCJMZWZ0IjowLjAsIlJpZ2h0IjowLjAsIkJvdHRvbSI6MC4wfSwiUGFkZGluZyI6eyIkaWQiOiIzMTAyIiwiVG9wIjowLjAsIkxlZnQiOjAuMCwiUmlnaHQiOjAuMCwiQm90dG9tIjowLjB9LCJCYWNrZ3JvdW5kIjp7IiRpZCI6IjMxMDMiLCJDb2xvciI6eyIkcmVmIjoiMzA2OCJ9fSwiSXNWaXNpYmxlIjp0cnVlLCJXaWR0aCI6MC4wLCJIZWlnaHQiOjAuMCwiQm9yZGVyU3R5bGUiOm51bGwsIlBhcmVudFN0eWxlIjpudWxsfSwiRGF0ZUZvcm1hdCI6eyIkaWQiOiIzMT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xMDUiLCJGb3JtYXQiOjAsIklzVmlzaWJsZSI6ZmFsc2UsIkxhc3RLbm93blZpc2liaWxpdHlTdGF0ZSI6ZmFsc2V9LCJJc1Zpc2libGUiOnRydWUsIlBhcmVudFN0eWxlIjpudWxsLCJfZXhwbGljaXRseVNldCI6eyIkaWQiOiIzMTA2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MxMDciLCJTaGFwZSI6MCwiQ29ubmVjdG9yTWFyZ2luIjp7IiRpZCI6IjMxMDgiLCJUb3AiOjAuMCwiTGVmdCI6Mi4wLCJSaWdodCI6Mi4wLCJCb3R0b20iOjAuMH0sIkNvbm5lY3RvclN0eWxlIjp7IiRpZCI6IjMxMDkiLCJMaW5lQ29sb3IiOnsiJGlkIjoiMzExMCIsIiR0eXBlIjoiTkxSRS5Db21tb24uRG9tLlNvbGlkQ29sb3JCcnVzaCwgTkxSRS5Db21tb24iLCJDb2xvciI6eyIkaWQiOiIzMTExIiwiQSI6MTI3LCJSIjo3OSwiRyI6MTI5LCJCIjoxODl9fSwiTGluZVdlaWdodCI6MS4wLCJMaW5lVHlwZSI6MCwiUGFyZW50U3R5bGUiOm51bGx9LCJJc0JlbG93VGltZWJhbmQiOmZhbHNlLCJQb3NpdGlvbk9uVGFzayI6MSwiSGlkZURhdGUiOmZhbHNlLCJTaGFwZVNpemUiOjEsIlNwYWNpbmciOjEuMCwiUGFkZGluZyI6eyIkaWQiOiIzMTEyIiwiVG9wIjo3LjAsIkxlZnQiOjMuMCwiUmlnaHQiOjAuMCwiQm90dG9tIjoyLjB9LCJTaGFwZVN0eWxlIjp7IiRpZCI6IjMxMTMiLCJNYXJnaW4iOnsiJGlkIjoiMzExNCIsIlRvcCI6MC4wLCJMZWZ0IjowLjAsIlJpZ2h0IjowLjAsIkJvdHRvbSI6MC4wfSwiUGFkZGluZyI6eyIkaWQiOiIzMTE1IiwiVG9wIjowLjAsIkxlZnQiOjAuMCwiUmlnaHQiOjAuMCwiQm90dG9tIjowLjB9LCJCYWNrZ3JvdW5kIjp7IiRpZCI6IjMxMTYiLCJDb2xvciI6eyIkaWQiOiIzMTE3IiwiQSI6MjU1LCJSIjo2OCwiRyI6MTE0LCJCIjoxOTZ9fSwiSXNWaXNpYmxlIjp0cnVlLCJXaWR0aCI6MTguMCwiSGVpZ2h0IjoyMC4wLCJCb3JkZXJTdHlsZSI6eyIkaWQiOiIzMTE4IiwiTGluZUNvbG9yIjp7IiRpZCI6IjMxMTkiLCIkdHlwZSI6Ik5MUkUuQ29tbW9uLkRvbS5Tb2xpZENvbG9yQnJ1c2gsIE5MUkUuQ29tbW9uIiwiQ29sb3IiOnsiJGlkIjoiMzEyMCIsIkEiOjI1NSwiUiI6MjM0LCJHIjoyMiwiQiI6MzB9fSwiTGluZVdlaWdodCI6MC4wLCJMaW5lVHlwZSI6MCwiUGFyZW50U3R5bGUiOm51bGx9LCJQYXJlbnRTdHlsZSI6bnVsbH0sIlRpdGxlU3R5bGUiOnsiJGlkIjoiMzEyMSIsIkZvbnRTZXR0aW5ncyI6eyIkaWQiOiIzMTIyIiwiRm9udFNpemUiOjExLCJGb250TmFtZSI6IkNhbGlicmkiLCJJc0JvbGQiOnRydWUsIklzSXRhbGljIjpmYWxzZSwiSXNVbmRlcmxpbmVkIjpmYWxzZSwiUGFyZW50U3R5bGUiOm51bGx9LCJBdXRvU2l6ZSI6MCwiRm9yZWdyb3VuZCI6eyIkaWQiOiIzMTIzIiwiQ29sb3IiOnsiJGlkIjoiMzEyN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zMTI1IiwiVG9wIjowLjAsIkxlZnQiOjAuMCwiUmlnaHQiOjAuMCwiQm90dG9tIjowLjB9LCJQYWRkaW5nIjp7IiRpZCI6IjMxMjYiLCJUb3AiOjAuMCwiTGVmdCI6MC4wLCJSaWdodCI6MC4wLCJCb3R0b20iOjAuMH0sIkJhY2tncm91bmQiOnsiJGlkIjoiMzEyNyIsIkNvbG9yIjp7IiRpZCI6IjMxMjgiLCJBIjo4OSwiUiI6MCwiRyI6MCwiQiI6MH19LCJJc1Zpc2libGUiOnRydWUsIldpZHRoIjowLjAsIkhlaWdodCI6MC4wLCJCb3JkZXJTdHlsZSI6bnVsbCwiUGFyZW50U3R5bGUiOm51bGx9LCJEYXRlU3R5bGUiOnsiJGlkIjoiMzEyOSIsIkZvbnRTZXR0aW5ncyI6eyIkaWQiOiIzMTMwIiwiRm9udFNpemUiOjEwLCJGb250TmFtZSI6IkNhbGlicmkiLCJJc0JvbGQiOmZhbHNlLCJJc0l0YWxpYyI6ZmFsc2UsIklzVW5kZXJsaW5lZCI6ZmFsc2UsIlBhcmVudFN0eWxlIjpudWxsfSwiQXV0b1NpemUiOjAsIkZvcmVncm91bmQiOnsiJGlkIjoiMzEzMSIsIkNvbG9yIjp7IiRpZCI6IjMxMz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xMzMiLCJUb3AiOjAuMCwiTGVmdCI6MC4wLCJSaWdodCI6MC4wLCJCb3R0b20iOjAuMH0sIlBhZGRpbmciOnsiJGlkIjoiMzEzNCIsIlRvcCI6MC4wLCJMZWZ0IjowLjAsIlJpZ2h0IjowLjAsIkJvdHRvbSI6MC4wfSwiQmFja2dyb3VuZCI6eyIkaWQiOiIzMTM1IiwiQ29sb3IiOnsiJHJlZiI6IjMxMjgifX0sIklzVmlzaWJsZSI6ZmFsc2UsIldpZHRoIjowLjAsIkhlaWdodCI6MC4wLCJCb3JkZXJTdHlsZSI6bnVsbCwiUGFyZW50U3R5bGUiOm51bGx9LCJEYXRlRm9ybWF0Ijp7IiRpZCI6IjMx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zNyIsIkZvcm1hdCI6MCwiSXNWaXNpYmxlIjpmYWxzZSwiTGFzdEtub3duVmlzaWJpbGl0eVN0YXRlIjpmYWxzZX0sIklzVmlzaWJsZSI6dHJ1ZSwiUGFyZW50U3R5bGUiOm51bGx9LCJEZWZhdWx0U3dpbWxhbmVNaWxlc3RvbmVTdHlsZSI6eyIkaWQiOiIzMTM4IiwiVGl0bGVQb3NpdGlvbiI6IkxlZnQiLCJEYXRlUG9zaXRpb24iOiJMZWZ0IiwiU2hhcGVUeXBlIjo2LCJTaGFwZVNpemUiOjEsIlNwYWNpbmciOjUsIlNoYXBlU3R5bGUiOnsiJGlkIjoiMzEzOSIsIk1hcmdpbiI6eyIkaWQiOiIzMTQwIiwiVG9wIjowLjAsIkxlZnQiOjAuMCwiUmlnaHQiOjAuMCwiQm90dG9tIjowLjB9LCJQYWRkaW5nIjp7IiRpZCI6IjMxNDEiLCJUb3AiOjAuMCwiTGVmdCI6MC4wLCJSaWdodCI6MC4wLCJCb3R0b20iOjAuMH0sIkJhY2tncm91bmQiOnsiJGlkIjoiMzE0MiIsIkNvbG9yIjp7IiRpZCI6IjMxNDMiLCJBIjoyNTUsIlIiOjY4LCJHIjoxMTQsIkIiOjE5Nn19LCJJc1Zpc2libGUiOnRydWUsIldpZHRoIjoxOC4wLCJIZWlnaHQiOjIwLjAsIkJvcmRlclN0eWxlIjp7IiRpZCI6IjMxNDQiLCJMaW5lQ29sb3IiOnsiJGlkIjoiMzE0NSIsIiR0eXBlIjoiTkxSRS5Db21tb24uRG9tLlNvbGlkQ29sb3JCcnVzaCwgTkxSRS5Db21tb24iLCJDb2xvciI6eyIkaWQiOiIzMTQ2IiwiQSI6MjU1LCJSIjoyMzQsIkciOjIyLCJCIjozMH19LCJMaW5lV2VpZ2h0IjowLjAsIkxpbmVUeXBlIjowLCJQYXJlbnRTdHlsZSI6bnVsbH0sIlBhcmVudFN0eWxlIjpudWxsfSwiVGl0bGVTdHlsZSI6eyIkaWQiOiIzMTQ3IiwiRm9udFNldHRpbmdzIjp7IiRpZCI6IjMxNDgiLCJGb250U2l6ZSI6MTEsIkZvbnROYW1lIjoiQ2FsaWJyaSIsIklzQm9sZCI6dHJ1ZSwiSXNJdGFsaWMiOmZhbHNlLCJJc1VuZGVybGluZWQiOmZhbHNlLCJQYXJlbnRTdHlsZSI6bnVsbH0sIkF1dG9TaXplIjowLCJGb3JlZ3JvdW5kIjp7IiRpZCI6IjMxNDkiLCJDb2xvciI6eyIkaWQiOiIzMTUw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MxNTEiLCJUb3AiOjAuMCwiTGVmdCI6MC4wLCJSaWdodCI6MC4wLCJCb3R0b20iOjAuMH0sIlBhZGRpbmciOnsiJGlkIjoiMzE1MiIsIlRvcCI6MC4wLCJMZWZ0IjowLjAsIlJpZ2h0IjowLjAsIkJvdHRvbSI6MC4wfSwiQmFja2dyb3VuZCI6eyIkaWQiOiIzMTUzIiwiQ29sb3IiOnsiJGlkIjoiMzE1NCIsIkEiOjAsIlIiOjI1NSwiRyI6MjU1LCJCIjoyNTV9fSwiSXNWaXNpYmxlIjp0cnVlLCJXaWR0aCI6MC4wLCJIZWlnaHQiOjAuMCwiQm9yZGVyU3R5bGUiOm51bGwsIlBhcmVudFN0eWxlIjpudWxsfSwiRGF0ZVN0eWxlIjp7IiRpZCI6IjMxNTUiLCJGb250U2V0dGluZ3MiOnsiJGlkIjoiMzE1NiIsIkZvbnRTaXplIjoxMCwiRm9udE5hbWUiOiJDYWxpYnJpIiwiSXNCb2xkIjpmYWxzZSwiSXNJdGFsaWMiOmZhbHNlLCJJc1VuZGVybGluZWQiOmZhbHNlLCJQYXJlbnRTdHlsZSI6bnVsbH0sIkF1dG9TaXplIjowLCJGb3JlZ3JvdW5kIjp7IiRpZCI6IjMxNTciLCJDb2xvciI6eyIkaWQiOiIzMTU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TU5IiwiVG9wIjowLjAsIkxlZnQiOjAuMCwiUmlnaHQiOjAuMCwiQm90dG9tIjowLjB9LCJQYWRkaW5nIjp7IiRpZCI6IjMxNjAiLCJUb3AiOjAuMCwiTGVmdCI6MC4wLCJSaWdodCI6MC4wLCJCb3R0b20iOjAuMH0sIkJhY2tncm91bmQiOnsiJGlkIjoiMzE2MSIsIkNvbG9yIjp7IiRpZCI6IjMxNjIiLCJBIjowLCJSIjoyNTUsIkciOjI1NSwiQiI6MjU1fX0sIklzVmlzaWJsZSI6ZmFsc2UsIldpZHRoIjowLjAsIkhlaWdodCI6MC4wLCJCb3JkZXJTdHlsZSI6bnVsbCwiUGFyZW50U3R5bGUiOm51bGx9LCJEYXRlRm9ybWF0Ijp7IiRpZCI6IjMxN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2NCIsIkZvcm1hdCI6MCwiSXNWaXNpYmxlIjpmYWxzZSwiTGFzdEtub3duVmlzaWJpbGl0eVN0YXRlIjpmYWxzZX0sIklzVmlzaWJsZSI6dHJ1ZSwiUGFyZW50U3R5bGUiOm51bGx9LCJEZWZhdWx0U3dpbWxhbmVBY3Rpdml0eVN0eWxlIjp7IiRpZCI6IjMxNjUiLCJIZWFkZXJTdHlsZSI6eyIkaWQiOiIzMTY2IiwiVGV4dFN0eWxlIjp7IiRpZCI6IjMxNjciLCJGb250U2V0dGluZ3MiOnsiJGlkIjoiMzE2OCIsIkZvbnRTaXplIjoxMSwiRm9udE5hbWUiOiJDYWxpYnJpIiwiSXNCb2xkIjpmYWxzZSwiSXNJdGFsaWMiOmZhbHNlLCJJc1VuZGVybGluZWQiOmZhbHNlLCJQYXJlbnRTdHlsZSI6bnVsbH0sIkF1dG9TaXplIjoyLCJGb3JlZ3JvdW5kIjp7IiRpZCI6IjMxNjkiLCJDb2xvciI6eyIkaWQiOiIzMTcwIiwiQSI6MjU1LCJSIjowLCJHIjowLCJCIjowfX0sIk1heFdpZHRoIjowLjAsIk1heEhlaWdodCI6IkluZmluaXR5IiwiU21hcnRGb3JlZ3JvdW5kSXNBY3RpdmUiOmZhbHNlLCJIb3Jpem9udGFsQWxpZ25tZW50IjowLCJWZXJ0aWNhbEFsaWdubWVudCI6MCwiU21hcnRGb3JlZ3JvdW5kIjpudWxsLCJCYWNrZ3JvdW5kRmlsbFR5cGUiOjAsIk1hcmdpbiI6eyIkaWQiOiIzMTcxIiwiVG9wIjowLjAsIkxlZnQiOjAuMCwiUmlnaHQiOjAuMCwiQm90dG9tIjowLjB9LCJQYWRkaW5nIjp7IiRpZCI6IjMxNzIiLCJUb3AiOjAuMCwiTGVmdCI6MC4wLCJSaWdodCI6MC4wLCJCb3R0b20iOjAuMH0sIkJhY2tncm91bmQiOm51bGwsIklzVmlzaWJsZSI6dHJ1ZSwiV2lkdGgiOjAuMCwiSGVpZ2h0IjowLjAsIkJvcmRlclN0eWxlIjpudWxsLCJQYXJlbnRTdHlsZSI6bnVsbH0sIlJlY3RhbmdsZVN0eWxlIjp7IiRpZCI6IjMxNzMiLCJNYXJnaW4iOnsiJGlkIjoiMzE3NCIsIlRvcCI6MC4wLCJMZWZ0IjowLjAsIlJpZ2h0IjowLjAsIkJvdHRvbSI6MC4wfSwiUGFkZGluZyI6eyIkaWQiOiIzMTc1IiwiVG9wIjowLjAsIkxlZnQiOjAuMCwiUmlnaHQiOjAuMCwiQm90dG9tIjowLjB9LCJCYWNrZ3JvdW5kIjp7IiRpZCI6IjMxNzYiLCJDb2xvciI6eyIkaWQiOiIzMTc3IiwiQSI6NjMsIlIiOjY4LCJHIjoxMTQsIkIiOjE5Nn19LCJJc1Zpc2libGUiOnRydWUsIldpZHRoIjowLjAsIkhlaWdodCI6MC4wLCJCb3JkZXJTdHlsZSI6eyIkaWQiOiIzMTc4IiwiTGluZUNvbG9yIjp7IiRpZCI6IjMxNzkiLCIkdHlwZSI6Ik5MUkUuQ29tbW9uLkRvbS5Tb2xpZENvbG9yQnJ1c2gsIE5MUkUuQ29tbW9uIiwiQ29sb3IiOnsiJGlkIjoiMzE4MCIsIkEiOjI1NSwiUiI6MjU1LCJHIjowLCJCIjowfX0sIkxpbmVXZWlnaHQiOjAuMCwiTGluZVR5cGUiOjAsIlBhcmVudFN0eWxlIjpudWxsfSwiUGFyZW50U3R5bGUiOm51bGx9LCJNYXJnaW4iOnsiJGlkIjoiMzE4MSIsIlRvcCI6MC4wLCJMZWZ0IjowLjAsIlJpZ2h0IjowLjAsIkJvdHRvbSI6MC4wfSwiUGFkZGluZyI6eyIkaWQiOiIzMTgyIiwiVG9wIjowLjAsIkxlZnQiOjAuMCwiUmlnaHQiOjAuMCwiQm90dG9tIjowLjB9LCJCYWNrZ3JvdW5kIjpudWxsLCJJc1Zpc2libGUiOnRydWUsIldpZHRoIjowLjAsIkhlaWdodCI6MC4wLCJCb3JkZXJTdHlsZSI6bnVsbCwiUGFyZW50U3R5bGUiOm51bGx9LCJCYWNrZ3JvdW5kU3R5bGUiOnsiJGlkIjoiMzE4MyIsIk1hcmdpbiI6eyIkaWQiOiIzMTg0IiwiVG9wIjowLjAsIkxlZnQiOjAuMCwiUmlnaHQiOjAuMCwiQm90dG9tIjowLjB9LCJQYWRkaW5nIjp7IiRpZCI6IjMxODUiLCJUb3AiOjAuMCwiTGVmdCI6MC4wLCJSaWdodCI6MC4wLCJCb3R0b20iOjAuMH0sIkJhY2tncm91bmQiOnsiJGlkIjoiMzE4NiIsIkNvbG9yIjp7IiRpZCI6IjMxODciLCJBIjozOCwiUiI6NjgsIkciOjExNCwiQiI6MTk2fX0sIklzVmlzaWJsZSI6dHJ1ZSwiV2lkdGgiOjAuMCwiSGVpZ2h0IjowLjAsIkJvcmRlclN0eWxlIjp7IiRpZCI6IjMxODgiLCJMaW5lQ29sb3IiOnsiJGlkIjoiMzE4OSIsIiR0eXBlIjoiTkxSRS5Db21tb24uRG9tLlNvbGlkQ29sb3JCcnVzaCwgTkxSRS5Db21tb24iLCJDb2xvciI6eyIkaWQiOiIzMTkwIiwiQSI6MjU1LCJSIjoyMzQsIkciOjIyLCJCIjozMH19LCJMaW5lV2VpZ2h0IjowLjAsIkxpbmVUeXBlIjowLCJQYXJlbnRTdHlsZSI6bnVsbH0sIlBhcmVudFN0eWxlIjpudWxsfSwiTWFyZ2luIjp7IiRpZCI6IjMxOTEiLCJUb3AiOjAuMCwiTGVmdCI6MC4wLCJSaWdodCI6MC4wLCJCb3R0b20iOjAuMH0sIlBhZGRpbmciOnsiJGlkIjoiMzE5MiIsIlRvcCI6MC4wLCJMZWZ0IjowLjAsIlJpZ2h0IjowLjAsIkJvdHRvbSI6MC4wfSwiSXNWaXNpYmxlIjp0cnVlLCJXaWR0aCI6MC4wLCJIZWlnaHQiOjAuMCwiQm9yZGVyU3R5bGUiOm51bGwsIlBhcmVudFN0eWxlIjpudWxsfSwiTWFyZ2luIjp7IiRpZCI6IjMxOTMiLCJUb3AiOjAuMCwiTGVmdCI6MC4wLCJSaWdodCI6MC4wLCJCb3R0b20iOjAuMH0sIlBhZGRpbmciOnsiJGlkIjoiMzE5NCIsIlRvcCI6MC4wLCJMZWZ0IjowLjAsIlJpZ2h0IjowLjAsIkJvdHRvbSI6MC4wfSwiSXNWaXNpYmxlIjp0cnVlLCJXaWR0aCI6MC4wLCJIZWlnaHQiOjAuMCwiQm9yZGVyU3R5bGUiOnsiJGlkIjoiMzE5NSIsIkxpbmVDb2xvciI6bnVsbCwiTGluZVdlaWdodCI6MC4wLCJMaW5lVHlwZSI6MCwiUGFyZW50U3R5bGUiOm51bGx9LCJQYXJlbnRTdHlsZSI6bnVsbH1dfSwiU2NhbGUiOnsiJGlkIjoiMzE5NiIsIlN0YXJ0RGF0ZSI6IjAwMDEtMDEtMDFUMDA6MDA6MDAiLCJFbmREYXRlIjoiMjAyMS0xMi0yNVQwMzo0NDowMCIsIkZvcm1hdCI6Ik1NTSIsIlR5cGUiOjMsIkF1dG9EYXRlUmFuZ2UiOnRydWUsIldvcmtpbmdEYXlzIjozMSwiRmlzY2FsWWVhciI6eyIkaWQiOiIzMTk3IiwiU3RhcnRNb250aCI6MSwiVXNlU3RhcnRpbmdZZWFyRm9yTnVtYmVyaW5nIjp0cnVlLCJTaG93RmlzY2FsWWVhckxhYmVsIjp0cnVlfSwiVG9kYXlNYXJrZXJUZXh0IjoiVG9kYXkiLCJBdXRvU2NhbGVUeXBlIjpmYWxzZX0sIlNjYWxlVjIiOnsiJGlkIjoiMzE5OCIsIlN0YXJ0RGF0ZSI6IjAwMDEtMDEtMDFUMDA6MDA6MDAiLCJFbmREYXRlIjoiMjAyMi0xMi0yNVQwMzo0NDowMCIsIkF1dG9EYXRlUmFuZ2UiOnRydWUsIldvcmtpbmdEYXlzIjozMSwiRmlzY2FsWWVhciI6eyIkcmVmIjoiMzE5NyJ9LCJUb2RheU1hcmtlclRleHQiOiJUb2RheSIsIkF1dG9TY2FsZVR5cGUiOmZhbHNlLCJUaW1lYmFuZFNjYWxlcyI6eyIkaWQiOiIzMTk5IiwiVG9wU2NhbGVMYXllciI6eyIkaWQiOiIzMjAwIiwiRm9ybWF0IjoiTU1NIiwiVHlwZSI6M30sIk1pZGRsZVNjYWxlTGF5ZXIiOnsiJGlkIjoiMzIwMSIsIkZvcm1hdCI6bnVsbCwiVHlwZSI6MH0sIkJvdHRvbVNjYWxlTGF5ZXIiOnsiJGlkIjoiMzIwMiIsIkZvcm1hdCI6bnVsbCwiVHlwZSI6MH19fSwiTWlsZXN0b25lcyI6W3siJGlkIjoiMzIwMyIsIkRhdGUiOiIyMDIyLTAzLTMxVDIzOjU5OjAwIiwiU3R5bGUiOnsiJGlkIjoiMzIwNCIsIlNoYXBlIjo1LCJDb25uZWN0b3JNYXJnaW4iOnsiJGlkIjoiMzIwNSIsIlRvcCI6MC4wLCJMZWZ0IjoyLjAsIlJpZ2h0IjoyLjAsIkJvdHRvbSI6MC4wfSwiQ29ubmVjdG9yU3R5bGUiOnsiJGlkIjoiMzIwNiIsIkxpbmVDb2xvciI6eyIkaWQiOiIzMjA3IiwiJHR5cGUiOiJOTFJFLkNvbW1vbi5Eb20uU29saWRDb2xvckJydXNoLCBOTFJFLkNvbW1vbiIsIkNvbG9yIjp7IiRpZCI6IjMyMDgiLCJBIjoxMjcsIlIiOjc5LCJHIjoxMjksIkIiOjE4OX19LCJMaW5lV2VpZ2h0IjoxLjAsIkxpbmVUeXBlIjowLCJQYXJlbnRTdHlsZSI6bnVsbH0sIklzQmVsb3dUaW1lYmFuZCI6ZmFsc2UsIlBvc2l0aW9uT25UYXNrIjowLCJIaWRlRGF0ZSI6ZmFsc2UsIlNoYXBlU2l6ZSI6MSwiU3BhY2luZyI6MS4wLCJQYWRkaW5nIjp7IiRpZCI6IjMyMDkiLCJUb3AiOjcuMCwiTGVmdCI6My4wLCJSaWdodCI6MC4wLCJCb3R0b20iOjIuMH0sIlNoYXBlU3R5bGUiOnsiJGlkIjoiMzIxMCIsIk1hcmdpbiI6eyIkaWQiOiIzMjExIiwiVG9wIjowLjAsIkxlZnQiOjAuMCwiUmlnaHQiOjAuMCwiQm90dG9tIjowLjB9LCJQYWRkaW5nIjp7IiRpZCI6IjMyMTIiLCJUb3AiOjAuMCwiTGVmdCI6MC4wLCJSaWdodCI6MC4wLCJCb3R0b20iOjAuMH0sIkJhY2tncm91bmQiOnsiJGlkIjoiMzIxMyIsIkNvbG9yIjp7IiRpZCI6IjMyMTQiLCJBIjoyNTUsIlIiOjE3OCwiRyI6MTQsIkIiOjE4fX0sIklzVmlzaWJsZSI6dHJ1ZSwiV2lkdGgiOjE4LjAsIkhlaWdodCI6MjAuMCwiQm9yZGVyU3R5bGUiOnsiJGlkIjoiMzIxNSIsIkxpbmVDb2xvciI6eyIkaWQiOiIzMjE2IiwiJHR5cGUiOiJOTFJFLkNvbW1vbi5Eb20uU29saWRDb2xvckJydXNoLCBOTFJFLkNvbW1vbiIsIkNvbG9yIjp7IiRpZCI6IjMyMTciLCJBIjoyNTUsIlIiOjI1NSwiRyI6MCwiQiI6MH19LCJMaW5lV2VpZ2h0IjowLjAsIkxpbmVUeXBlIjowLCJQYXJlbnRTdHlsZSI6bnVsbH0sIlBhcmVudFN0eWxlIjpudWxsfSwiVGl0bGVTdHlsZSI6eyIkaWQiOiIzMjE4IiwiRm9udFNldHRpbmdzIjp7IiRpZCI6IjMyMTkiLCJGb250U2l6ZSI6MTEsIkZvbnROYW1lIjoiQ2FsaWJyaSIsIklzQm9sZCI6dHJ1ZSwiSXNJdGFsaWMiOmZhbHNlLCJJc1VuZGVybGluZWQiOmZhbHNlLCJQYXJlbnRTdHlsZSI6bnVsbH0sIkF1dG9TaXplIjowLCJGb3JlZ3JvdW5kIjp7IiRpZCI6IjMyMjAiLCJDb2xvciI6eyIkaWQiOiIzMjI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yMjIiLCJUb3AiOjAuMCwiTGVmdCI6MC4wLCJSaWdodCI6MC4wLCJCb3R0b20iOjAuMH0sIlBhZGRpbmciOnsiJGlkIjoiMzIyMyIsIlRvcCI6MC4wLCJMZWZ0IjowLjAsIlJpZ2h0IjowLjAsIkJvdHRvbSI6MC4wfSwiQmFja2dyb3VuZCI6eyIkaWQiOiIzMjI0IiwiQ29sb3IiOnsiJGlkIjoiMzIyNSIsIkEiOjAsIlIiOjI1NSwiRyI6MjU1LCJCIjoyNTV9fSwiSXNWaXNpYmxlIjp0cnVlLCJXaWR0aCI6MC4wLCJIZWlnaHQiOjAuMCwiQm9yZGVyU3R5bGUiOnsiJGlkIjoiMzIyNiIsIkxpbmVDb2xvciI6bnVsbCwiTGluZVdlaWdodCI6MC4wLCJMaW5lVHlwZSI6MCwiUGFyZW50U3R5bGUiOm51bGx9LCJQYXJlbnRTdHlsZSI6bnVsbH0sIkRhdGVTdHlsZSI6eyIkaWQiOiIzMjI3IiwiRm9udFNldHRpbmdzIjp7IiRpZCI6IjMyMjgiLCJGb250U2l6ZSI6MTAsIkZvbnROYW1lIjoiQ2FsaWJyaSIsIklzQm9sZCI6ZmFsc2UsIklzSXRhbGljIjpmYWxzZSwiSXNVbmRlcmxpbmVkIjpmYWxzZSwiUGFyZW50U3R5bGUiOm51bGx9LCJBdXRvU2l6ZSI6MCwiRm9yZWdyb3VuZCI6eyIkaWQiOiIzMjI5IiwiQ29sb3IiOnsiJGlkIjoiMzIzM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zIzMSIsIlRvcCI6MC4wLCJMZWZ0IjowLjAsIlJpZ2h0IjowLjAsIkJvdHRvbSI6MC4wfSwiUGFkZGluZyI6eyIkaWQiOiIzMjMyIiwiVG9wIjowLjAsIkxlZnQiOjAuMCwiUmlnaHQiOjAuMCwiQm90dG9tIjowLjB9LCJCYWNrZ3JvdW5kIjp7IiRpZCI6IjMyMzMiLCJDb2xvciI6eyIkaWQiOiIzMjM0IiwiQSI6MCwiUiI6MjU1LCJHIjoyNTUsIkIiOjI1NX19LCJJc1Zpc2libGUiOmZhbHNlLCJXaWR0aCI6MC4wLCJIZWlnaHQiOjAuMCwiQm9yZGVyU3R5bGUiOnsiJGlkIjoiMzIzNSIsIkxpbmVDb2xvciI6bnVsbCwiTGluZVdlaWdodCI6MC4wLCJMaW5lVHlwZSI6MCwiUGFyZW50U3R5bGUiOm51bGx9LCJQYXJlbnRTdHlsZSI6bnVsbH0sIkRhdGVGb3JtYXQiOnsiJGlkIjoiMzIzNi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MyMzciLCJEYXRlUGFydElzVmlzaWJsZSI6dHJ1ZSwiVGltZVBhcnRJc1Zpc2libGUiOmZhbHNlfX0sIldlZWtOdW1iZXJpbmciOnsiJGlkIjoiMzIzOCIsIkZvcm1hdCI6MCwiSXNWaXNpYmxlIjpmYWxzZSwiTGFzdEtub3duVmlzaWJpbGl0eVN0YXRlIjpmYWxzZX0sIklzVmlzaWJsZSI6dHJ1ZSwiUGFyZW50U3R5bGUiOm51bGx9LCJJbmRleCI6MCwiUGVyY2VudGFnZUNvbXBsZXRlIjpudWxsLCJQb3NpdGlvbiI6eyJSYXRpbyI6MC4wLCJJc0N1c3RvbSI6ZmFsc2V9LCJEYXRlRm9ybWF0Ijp7IiRyZWYiOiIzMjM2In0sIldlZWtOdW1iZXJpbmciOnsiJGlkIjoiMzIzOSIsIkZvcm1hdCI6MCwiSXNWaXNpYmxlIjpmYWxzZSwiTGFzdEtub3duVmlzaWJpbGl0eVN0YXRlIjpmYWxzZX0sIlJlbGF0ZWRUYXNrSWQiOiIwMDAwMDAwMC0wMDAwLTAwMDAtMDAwMC0wMDAwMDAwMDAwMDAiLCJJZCI6ImFkNTJlNzM5LTc5NzktNDZkNy1iZDQ2LTNiMDA2YzA2Mzk0ZCIsIkltcG9ydElkIjpudWxsLCJUaXRsZSI6IlExIFJldmlldyIsIk5vdGUiOm51bGwsIkh5cGVybGluayI6eyIkaWQiOiIzMjQwIiwiQWRkcmVzcyI6IiIsIlN1YkFkZHJlc3MiOiIifSwiSXNDaGFuZ2VkIjpmYWxzZSwiSXNOZXciOmZhbHNlfSx7IiRpZCI6IjMyNDEiLCJEYXRlIjoiMjAyMi0wNy0wNVQwMDowMDowMCIsIlN0eWxlIjp7IiRpZCI6IjMyNDIiLCJTaGFwZSI6NSwiQ29ubmVjdG9yTWFyZ2luIjp7IiRpZCI6IjMyNDMiLCJUb3AiOjAuMCwiTGVmdCI6Mi4wLCJSaWdodCI6Mi4wLCJCb3R0b20iOjAuMH0sIkNvbm5lY3RvclN0eWxlIjp7IiRpZCI6IjMyNDQiLCJMaW5lQ29sb3IiOnsiJGlkIjoiMzI0NSIsIiR0eXBlIjoiTkxSRS5Db21tb24uRG9tLlNvbGlkQ29sb3JCcnVzaCwgTkxSRS5Db21tb24iLCJDb2xvciI6eyIkaWQiOiIzMjQ2IiwiQSI6MTI3LCJSIjoxNzgsIkciOjE0LCJCIjoxOH19LCJMaW5lV2VpZ2h0IjoxLjAsIkxpbmVUeXBlIjowLCJQYXJlbnRTdHlsZSI6bnVsbH0sIklzQmVsb3dUaW1lYmFuZCI6ZmFsc2UsIlBvc2l0aW9uT25UYXNrIjowLCJIaWRlRGF0ZSI6ZmFsc2UsIlNoYXBlU2l6ZSI6MSwiU3BhY2luZyI6MS4wLCJQYWRkaW5nIjp7IiRpZCI6IjMyNDciLCJUb3AiOjcuMCwiTGVmdCI6My4wLCJSaWdodCI6MC4wLCJCb3R0b20iOjIuMH0sIlNoYXBlU3R5bGUiOnsiJGlkIjoiMzI0OCIsIk1hcmdpbiI6eyIkaWQiOiIzMjQ5IiwiVG9wIjowLjAsIkxlZnQiOjAuMCwiUmlnaHQiOjAuMCwiQm90dG9tIjowLjB9LCJQYWRkaW5nIjp7IiRpZCI6IjMyNTAiLCJUb3AiOjAuMCwiTGVmdCI6MC4wLCJSaWdodCI6MC4wLCJCb3R0b20iOjAuMH0sIkJhY2tncm91bmQiOnsiJGlkIjoiMzI1MSIsIkNvbG9yIjp7IiRpZCI6IjMyNTIiLCJBIjoyNTUsIlIiOjE3OCwiRyI6MTQsIkIiOjE4fX0sIklzVmlzaWJsZSI6dHJ1ZSwiV2lkdGgiOjE4LjAsIkhlaWdodCI6MjAuMCwiQm9yZGVyU3R5bGUiOnsiJGlkIjoiMzI1MyIsIkxpbmVDb2xvciI6eyIkaWQiOiIzMjU0IiwiJHR5cGUiOiJOTFJFLkNvbW1vbi5Eb20uU29saWRDb2xvckJydXNoLCBOTFJFLkNvbW1vbiIsIkNvbG9yIjp7IiRpZCI6IjMyNTUiLCJBIjoyNTUsIlIiOjI1NSwiRyI6MCwiQiI6MH19LCJMaW5lV2VpZ2h0IjowLjAsIkxpbmVUeXBlIjowLCJQYXJlbnRTdHlsZSI6bnVsbH0sIlBhcmVudFN0eWxlIjpudWxsfSwiVGl0bGVTdHlsZSI6eyIkaWQiOiIzMjU2IiwiRm9udFNldHRpbmdzIjp7IiRpZCI6IjMyNTciLCJGb250U2l6ZSI6MTEsIkZvbnROYW1lIjoiQ2FsaWJyaSIsIklzQm9sZCI6dHJ1ZSwiSXNJdGFsaWMiOmZhbHNlLCJJc1VuZGVybGluZWQiOmZhbHNlLCJQYXJlbnRTdHlsZSI6bnVsbH0sIkF1dG9TaXplIjowLCJGb3JlZ3JvdW5kIjp7IiRpZCI6IjMyNTgiLCJDb2xvciI6eyIkaWQiOiIzMjU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yNjAiLCJUb3AiOjAuMCwiTGVmdCI6MC4wLCJSaWdodCI6MC4wLCJCb3R0b20iOjAuMH0sIlBhZGRpbmciOnsiJGlkIjoiMzI2MSIsIlRvcCI6MC4wLCJMZWZ0IjowLjAsIlJpZ2h0IjowLjAsIkJvdHRvbSI6MC4wfSwiQmFja2dyb3VuZCI6eyIkaWQiOiIzMjYyIiwiQ29sb3IiOnsiJGlkIjoiMzI2MyIsIkEiOjAsIlIiOjI1NSwiRyI6MjU1LCJCIjoyNTV9fSwiSXNWaXNpYmxlIjp0cnVlLCJXaWR0aCI6MC4wLCJIZWlnaHQiOjAuMCwiQm9yZGVyU3R5bGUiOnsiJGlkIjoiMzI2NCIsIkxpbmVDb2xvciI6bnVsbCwiTGluZVdlaWdodCI6MC4wLCJMaW5lVHlwZSI6MCwiUGFyZW50U3R5bGUiOm51bGx9LCJQYXJlbnRTdHlsZSI6bnVsbH0sIkRhdGVTdHlsZSI6eyIkaWQiOiIzMjY1IiwiRm9udFNldHRpbmdzIjp7IiRpZCI6IjMyNjYiLCJGb250U2l6ZSI6MTAsIkZvbnROYW1lIjoiQ2FsaWJyaSIsIklzQm9sZCI6ZmFsc2UsIklzSXRhbGljIjpmYWxzZSwiSXNVbmRlcmxpbmVkIjpmYWxzZSwiUGFyZW50U3R5bGUiOm51bGx9LCJBdXRvU2l6ZSI6MCwiRm9yZWdyb3VuZCI6eyIkaWQiOiIzMjY3IiwiQ29sb3IiOnsiJGlkIjoiMzI2O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zI2OSIsIlRvcCI6MC4wLCJMZWZ0IjowLjAsIlJpZ2h0IjowLjAsIkJvdHRvbSI6MC4wfSwiUGFkZGluZyI6eyIkaWQiOiIzMjcwIiwiVG9wIjowLjAsIkxlZnQiOjAuMCwiUmlnaHQiOjAuMCwiQm90dG9tIjowLjB9LCJCYWNrZ3JvdW5kIjp7IiRpZCI6IjMyNzEiLCJDb2xvciI6eyIkaWQiOiIzMjcyIiwiQSI6MCwiUiI6MjU1LCJHIjoyNTUsIkIiOjI1NX19LCJJc1Zpc2libGUiOmZhbHNlLCJXaWR0aCI6MC4wLCJIZWlnaHQiOjAuMCwiQm9yZGVyU3R5bGUiOnsiJGlkIjoiMzI3MyIsIkxpbmVDb2xvciI6bnVsbCwiTGluZVdlaWdodCI6MC4wLCJMaW5lVHlwZSI6MCwiUGFyZW50U3R5bGUiOm51bGx9LCJQYXJlbnRTdHlsZSI6bnVsbH0sIkRhdGVGb3JtYXQiOnsiJGlkIjoiMzI3NC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MyNzUiLCJEYXRlUGFydElzVmlzaWJsZSI6dHJ1ZSwiVGltZVBhcnRJc1Zpc2libGUiOmZhbHNlfX0sIldlZWtOdW1iZXJpbmciOnsiJGlkIjoiMzI3NiIsIkZvcm1hdCI6MCwiSXNWaXNpYmxlIjpmYWxzZSwiTGFzdEtub3duVmlzaWJpbGl0eVN0YXRlIjpmYWxzZX0sIklzVmlzaWJsZSI6dHJ1ZSwiUGFyZW50U3R5bGUiOm51bGx9LCJJbmRleCI6MSwiUGVyY2VudGFnZUNvbXBsZXRlIjpudWxsLCJQb3NpdGlvbiI6eyJSYXRpbyI6MC4wODk5NzExMjgyMTY0OTYyMjEsIklzQ3VzdG9tIjpmYWxzZX0sIkRhdGVGb3JtYXQiOnsiJHJlZiI6IjMyNzQifSwiV2Vla051bWJlcmluZyI6eyIkaWQiOiIzMjc3IiwiRm9ybWF0IjowLCJJc1Zpc2libGUiOmZhbHNlLCJMYXN0S25vd25WaXNpYmlsaXR5U3RhdGUiOmZhbHNlfSwiUmVsYXRlZFRhc2tJZCI6IjAwMDAwMDAwLTAwMDAtMDAwMC0wMDAwLTAwMDAwMDAwMDAwMCIsIklkIjoiNGEwNzZlYmQtMjVjMS00Njk4LTllYmYtNTkwMGE1YjQ0NDdlIiwiSW1wb3J0SWQiOm51bGwsIlRpdGxlIjoiUTIgUmV2aWV3IiwiTm90ZSI6bnVsbCwiSHlwZXJsaW5rIjp7IiRpZCI6IjMyNzgiLCJBZGRyZXNzIjoiIiwiU3ViQWRkcmVzcyI6IiJ9LCJJc0NoYW5nZWQiOmZhbHNlLCJJc05ldyI6ZmFsc2V9LHsiJGlkIjoiMzI3OSIsIkRhdGUiOiIyMDIyLTA5LTI3VDIzOjU5OjAwIiwiU3R5bGUiOnsiJGlkIjoiMzI4MCIsIlNoYXBlIjo1LCJDb25uZWN0b3JNYXJnaW4iOnsiJGlkIjoiMzI4MSIsIlRvcCI6MC4wLCJMZWZ0IjoyLjAsIlJpZ2h0IjoyLjAsIkJvdHRvbSI6MC4wfSwiQ29ubmVjdG9yU3R5bGUiOnsiJGlkIjoiMzI4MiIsIkxpbmVDb2xvciI6eyIkaWQiOiIzMjgzIiwiJHR5cGUiOiJOTFJFLkNvbW1vbi5Eb20uU29saWRDb2xvckJydXNoLCBOTFJFLkNvbW1vbiIsIkNvbG9yIjp7IiRpZCI6IjMyODQiLCJBIjoxMjcsIlIiOjc5LCJHIjoxMjksIkIiOjE4OX19LCJMaW5lV2VpZ2h0IjoxLjAsIkxpbmVUeXBlIjowLCJQYXJlbnRTdHlsZSI6bnVsbH0sIklzQmVsb3dUaW1lYmFuZCI6ZmFsc2UsIlBvc2l0aW9uT25UYXNrIjowLCJIaWRlRGF0ZSI6ZmFsc2UsIlNoYXBlU2l6ZSI6MSwiU3BhY2luZyI6MS4wLCJQYWRkaW5nIjp7IiRpZCI6IjMyODUiLCJUb3AiOjcuMCwiTGVmdCI6My4wLCJSaWdodCI6MC4wLCJCb3R0b20iOjIuMH0sIlNoYXBlU3R5bGUiOnsiJGlkIjoiMzI4NiIsIk1hcmdpbiI6eyIkaWQiOiIzMjg3IiwiVG9wIjowLjAsIkxlZnQiOjAuMCwiUmlnaHQiOjAuMCwiQm90dG9tIjowLjB9LCJQYWRkaW5nIjp7IiRpZCI6IjMyODgiLCJUb3AiOjAuMCwiTGVmdCI6MC4wLCJSaWdodCI6MC4wLCJCb3R0b20iOjAuMH0sIkJhY2tncm91bmQiOnsiJGlkIjoiMzI4OSIsIkNvbG9yIjp7IiRpZCI6IjMyOTAiLCJBIjoyNTUsIlIiOjE3OCwiRyI6MTQsIkIiOjE4fX0sIklzVmlzaWJsZSI6dHJ1ZSwiV2lkdGgiOjE4LjAsIkhlaWdodCI6MjAuMCwiQm9yZGVyU3R5bGUiOnsiJGlkIjoiMzI5MSIsIkxpbmVDb2xvciI6eyIkaWQiOiIzMjkyIiwiJHR5cGUiOiJOTFJFLkNvbW1vbi5Eb20uU29saWRDb2xvckJydXNoLCBOTFJFLkNvbW1vbiIsIkNvbG9yIjp7IiRpZCI6IjMyOTMiLCJBIjoyNTUsIlIiOjI1NSwiRyI6MCwiQiI6MH19LCJMaW5lV2VpZ2h0IjowLjAsIkxpbmVUeXBlIjowLCJQYXJlbnRTdHlsZSI6bnVsbH0sIlBhcmVudFN0eWxlIjpudWxsfSwiVGl0bGVTdHlsZSI6eyIkaWQiOiIzMjk0IiwiRm9udFNldHRpbmdzIjp7IiRpZCI6IjMyOTUiLCJGb250U2l6ZSI6MTEsIkZvbnROYW1lIjoiQ2FsaWJyaSIsIklzQm9sZCI6dHJ1ZSwiSXNJdGFsaWMiOmZhbHNlLCJJc1VuZGVybGluZWQiOmZhbHNlLCJQYXJlbnRTdHlsZSI6bnVsbH0sIkF1dG9TaXplIjowLCJGb3JlZ3JvdW5kIjp7IiRpZCI6IjMyOTYiLCJDb2xvciI6eyIkaWQiOiIzMjk3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yOTgiLCJUb3AiOjAuMCwiTGVmdCI6MC4wLCJSaWdodCI6MC4wLCJCb3R0b20iOjAuMH0sIlBhZGRpbmciOnsiJGlkIjoiMzI5OSIsIlRvcCI6MC4wLCJMZWZ0IjowLjAsIlJpZ2h0IjowLjAsIkJvdHRvbSI6MC4wfSwiQmFja2dyb3VuZCI6eyIkaWQiOiIzMzAwIiwiQ29sb3IiOnsiJGlkIjoiMzMwMSIsIkEiOjAsIlIiOjI1NSwiRyI6MjU1LCJCIjoyNTV9fSwiSXNWaXNpYmxlIjp0cnVlLCJXaWR0aCI6MC4wLCJIZWlnaHQiOjAuMCwiQm9yZGVyU3R5bGUiOnsiJGlkIjoiMzMwMiIsIkxpbmVDb2xvciI6bnVsbCwiTGluZVdlaWdodCI6MC4wLCJMaW5lVHlwZSI6MCwiUGFyZW50U3R5bGUiOm51bGx9LCJQYXJlbnRTdHlsZSI6bnVsbH0sIkRhdGVTdHlsZSI6eyIkaWQiOiIzMzAzIiwiRm9udFNldHRpbmdzIjp7IiRpZCI6IjMzMDQiLCJGb250U2l6ZSI6MTAsIkZvbnROYW1lIjoiQ2FsaWJyaSIsIklzQm9sZCI6ZmFsc2UsIklzSXRhbGljIjpmYWxzZSwiSXNVbmRlcmxpbmVkIjpmYWxzZSwiUGFyZW50U3R5bGUiOm51bGx9LCJBdXRvU2l6ZSI6MCwiRm9yZWdyb3VuZCI6eyIkaWQiOiIzMzA1IiwiQ29sb3IiOnsiJGlkIjoiMzMw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zMwNyIsIlRvcCI6MC4wLCJMZWZ0IjowLjAsIlJpZ2h0IjowLjAsIkJvdHRvbSI6MC4wfSwiUGFkZGluZyI6eyIkaWQiOiIzMzA4IiwiVG9wIjowLjAsIkxlZnQiOjAuMCwiUmlnaHQiOjAuMCwiQm90dG9tIjowLjB9LCJCYWNrZ3JvdW5kIjp7IiRpZCI6IjMzMDkiLCJDb2xvciI6eyIkaWQiOiIzMzEwIiwiQSI6MCwiUiI6MjU1LCJHIjoyNTUsIkIiOjI1NX19LCJJc1Zpc2libGUiOmZhbHNlLCJXaWR0aCI6MC4wLCJIZWlnaHQiOjAuMCwiQm9yZGVyU3R5bGUiOnsiJGlkIjoiMzMxMSIsIkxpbmVDb2xvciI6bnVsbCwiTGluZVdlaWdodCI6MC4wLCJMaW5lVHlwZSI6MCwiUGFyZW50U3R5bGUiOm51bGx9LCJQYXJlbnRTdHlsZSI6bnVsbH0sIkRhdGVGb3JtYXQiOnsiJGlkIjoiMzMxMi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MzMTMiLCJEYXRlUGFydElzVmlzaWJsZSI6dHJ1ZSwiVGltZVBhcnRJc1Zpc2libGUiOmZhbHNlfX0sIldlZWtOdW1iZXJpbmciOnsiJGlkIjoiMzMxNCIsIkZvcm1hdCI6MCwiSXNWaXNpYmxlIjpmYWxzZSwiTGFzdEtub3duVmlzaWJpbGl0eVN0YXRlIjpmYWxzZX0sIklzVmlzaWJsZSI6dHJ1ZSwiUGFyZW50U3R5bGUiOm51bGx9LCJJbmRleCI6MiwiUGVyY2VudGFnZUNvbXBsZXRlIjpudWxsLCJQb3NpdGlvbiI6eyJSYXRpbyI6MC4wLCJJc0N1c3RvbSI6ZmFsc2V9LCJEYXRlRm9ybWF0Ijp7IiRyZWYiOiIzMzEyIn0sIldlZWtOdW1iZXJpbmciOnsiJGlkIjoiMzMxNSIsIkZvcm1hdCI6MCwiSXNWaXNpYmxlIjpmYWxzZSwiTGFzdEtub3duVmlzaWJpbGl0eVN0YXRlIjpmYWxzZX0sIlJlbGF0ZWRUYXNrSWQiOiIwMDAwMDAwMC0wMDAwLTAwMDAtMDAwMC0wMDAwMDAwMDAwMDAiLCJJZCI6ImRiNDM5M2ZhLWZiMjAtNDI5ZC1hNzY2LTdhZDM5MjcxYWY1MCIsIkltcG9ydElkIjpudWxsLCJUaXRsZSI6IlEzIFJldmlldyIsIk5vdGUiOm51bGwsIkh5cGVybGluayI6eyIkaWQiOiIzMzE2IiwiQWRkcmVzcyI6IiIsIlN1YkFkZHJlc3MiOiIifSwiSXNDaGFuZ2VkIjpmYWxzZSwiSXNOZXciOmZhbHNlfSx7IiRpZCI6IjMzMTciLCJEYXRlIjoiMjAyMi0xMi0yMFQyMzo1OTowMCIsIlN0eWxlIjp7IiRpZCI6IjMzMTgiLCJTaGFwZSI6NSwiQ29ubmVjdG9yTWFyZ2luIjp7IiRpZCI6IjMzMTkiLCJUb3AiOjAuMCwiTGVmdCI6Mi4wLCJSaWdodCI6Mi4wLCJCb3R0b20iOjAuMH0sIkNvbm5lY3RvclN0eWxlIjp7IiRpZCI6IjMzMjAiLCJMaW5lQ29sb3IiOnsiJGlkIjoiMzMyMSIsIiR0eXBlIjoiTkxSRS5Db21tb24uRG9tLlNvbGlkQ29sb3JCcnVzaCwgTkxSRS5Db21tb24iLCJDb2xvciI6eyIkaWQiOiIzMzIyIiwiQSI6MTI3LCJSIjo3OSwiRyI6MTI5LCJCIjoxODl9fSwiTGluZVdlaWdodCI6MS4wLCJMaW5lVHlwZSI6MCwiUGFyZW50U3R5bGUiOm51bGx9LCJJc0JlbG93VGltZWJhbmQiOmZhbHNlLCJQb3NpdGlvbk9uVGFzayI6MCwiSGlkZURhdGUiOmZhbHNlLCJTaGFwZVNpemUiOjEsIlNwYWNpbmciOjEuMCwiUGFkZGluZyI6eyIkaWQiOiIzMzIzIiwiVG9wIjo3LjAsIkxlZnQiOjMuMCwiUmlnaHQiOjAuMCwiQm90dG9tIjoyLjB9LCJTaGFwZVN0eWxlIjp7IiRpZCI6IjMzMjQiLCJNYXJnaW4iOnsiJGlkIjoiMzMyNSIsIlRvcCI6MC4wLCJMZWZ0IjowLjAsIlJpZ2h0IjowLjAsIkJvdHRvbSI6MC4wfSwiUGFkZGluZyI6eyIkaWQiOiIzMzI2IiwiVG9wIjowLjAsIkxlZnQiOjAuMCwiUmlnaHQiOjAuMCwiQm90dG9tIjowLjB9LCJCYWNrZ3JvdW5kIjp7IiRpZCI6IjMzMjciLCJDb2xvciI6eyIkaWQiOiIzMzI4IiwiQSI6MjU1LCJSIjoxNzgsIkciOjE0LCJCIjoxOH19LCJJc1Zpc2libGUiOnRydWUsIldpZHRoIjoxOC4wLCJIZWlnaHQiOjIwLjAsIkJvcmRlclN0eWxlIjp7IiRpZCI6IjMzMjkiLCJMaW5lQ29sb3IiOnsiJGlkIjoiMzMzMCIsIiR0eXBlIjoiTkxSRS5Db21tb24uRG9tLlNvbGlkQ29sb3JCcnVzaCwgTkxSRS5Db21tb24iLCJDb2xvciI6eyIkaWQiOiIzMzMxIiwiQSI6MjU1LCJSIjoyNTUsIkciOjAsIkIiOjB9fSwiTGluZVdlaWdodCI6MC4wLCJMaW5lVHlwZSI6MCwiUGFyZW50U3R5bGUiOm51bGx9LCJQYXJlbnRTdHlsZSI6bnVsbH0sIlRpdGxlU3R5bGUiOnsiJGlkIjoiMzMzMiIsIkZvbnRTZXR0aW5ncyI6eyIkaWQiOiIzMzMzIiwiRm9udFNpemUiOjExLCJGb250TmFtZSI6IkNhbGlicmkiLCJJc0JvbGQiOnRydWUsIklzSXRhbGljIjpmYWxzZSwiSXNVbmRlcmxpbmVkIjpmYWxzZSwiUGFyZW50U3R5bGUiOm51bGx9LCJBdXRvU2l6ZSI6MCwiRm9yZWdyb3VuZCI6eyIkaWQiOiIzMzM0IiwiQ29sb3IiOnsiJGlkIjoiMzMzN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zMzM2IiwiVG9wIjowLjAsIkxlZnQiOjAuMCwiUmlnaHQiOjAuMCwiQm90dG9tIjowLjB9LCJQYWRkaW5nIjp7IiRpZCI6IjMzMzciLCJUb3AiOjAuMCwiTGVmdCI6MC4wLCJSaWdodCI6MC4wLCJCb3R0b20iOjAuMH0sIkJhY2tncm91bmQiOnsiJGlkIjoiMzMzOCIsIkNvbG9yIjp7IiRpZCI6IjMzMzkiLCJBIjowLCJSIjoyNTUsIkciOjI1NSwiQiI6MjU1fX0sIklzVmlzaWJsZSI6dHJ1ZSwiV2lkdGgiOjAuMCwiSGVpZ2h0IjowLjAsIkJvcmRlclN0eWxlIjp7IiRpZCI6IjMzNDAiLCJMaW5lQ29sb3IiOm51bGwsIkxpbmVXZWlnaHQiOjAuMCwiTGluZVR5cGUiOjAsIlBhcmVudFN0eWxlIjpudWxsfSwiUGFyZW50U3R5bGUiOm51bGx9LCJEYXRlU3R5bGUiOnsiJGlkIjoiMzM0MSIsIkZvbnRTZXR0aW5ncyI6eyIkaWQiOiIzMzQyIiwiRm9udFNpemUiOjEwLCJGb250TmFtZSI6IkNhbGlicmkiLCJJc0JvbGQiOmZhbHNlLCJJc0l0YWxpYyI6ZmFsc2UsIklzVW5kZXJsaW5lZCI6ZmFsc2UsIlBhcmVudFN0eWxlIjpudWxsfSwiQXV0b1NpemUiOjAsIkZvcmVncm91bmQiOnsiJGlkIjoiMzM0MyIsIkNvbG9yIjp7IiRpZCI6IjMzNDQ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zNDUiLCJUb3AiOjAuMCwiTGVmdCI6MC4wLCJSaWdodCI6MC4wLCJCb3R0b20iOjAuMH0sIlBhZGRpbmciOnsiJGlkIjoiMzM0NiIsIlRvcCI6MC4wLCJMZWZ0IjowLjAsIlJpZ2h0IjowLjAsIkJvdHRvbSI6MC4wfSwiQmFja2dyb3VuZCI6eyIkaWQiOiIzMzQ3IiwiQ29sb3IiOnsiJGlkIjoiMzM0OCIsIkEiOjAsIlIiOjI1NSwiRyI6MjU1LCJCIjoyNTV9fSwiSXNWaXNpYmxlIjpmYWxzZSwiV2lkdGgiOjAuMCwiSGVpZ2h0IjowLjAsIkJvcmRlclN0eWxlIjp7IiRpZCI6IjMzNDkiLCJMaW5lQ29sb3IiOm51bGwsIkxpbmVXZWlnaHQiOjAuMCwiTGluZVR5cGUiOjAsIlBhcmVudFN0eWxlIjpudWxsfSwiUGFyZW50U3R5bGUiOm51bGx9LCJEYXRlRm9ybWF0Ijp7IiRpZCI6IjMzNTAiLCJGb3JtYXRTdHJpbmciOiJ5eXl5L01NTSIsIlNlcGFyYXRvciI6Ii8iLCJVc2VJbnRlcm5hdGlvbmFsRGF0ZUZvcm1hdCI6ZmFsc2UsIkRhdGVJc1Zpc2libGUiOnRydWUsIlRpbWVJc1Zpc2libGUiOmZhbHNlLCJIb3VyRGlnaXRzIjoxLCJBbVBtRGVzaWduYXRvciI6MiwiVHJpbTAwTWludXRlcyI6ZmFsc2UsIkxhc3RLbm93blZpc2liaWxpdHlTdGF0ZSI6eyIkaWQiOiIzMzUxIiwiRGF0ZVBhcnRJc1Zpc2libGUiOnRydWUsIlRpbWVQYXJ0SXNWaXNpYmxlIjpmYWxzZX19LCJXZWVrTnVtYmVyaW5nIjp7IiRpZCI6IjMzNTIiLCJGb3JtYXQiOjAsIklzVmlzaWJsZSI6ZmFsc2UsIkxhc3RLbm93blZpc2liaWxpdHlTdGF0ZSI6ZmFsc2V9LCJJc1Zpc2libGUiOnRydWUsIlBhcmVudFN0eWxlIjpudWxsfSwiSW5kZXgiOjMsIlBlcmNlbnRhZ2VDb21wbGV0ZSI6bnVsbCwiUG9zaXRpb24iOnsiUmF0aW8iOjAuMCwiSXNDdXN0b20iOmZhbHNlfSwiRGF0ZUZvcm1hdCI6eyIkcmVmIjoiMzM1MCJ9LCJXZWVrTnVtYmVyaW5nIjp7IiRpZCI6IjMzNTMiLCJGb3JtYXQiOjAsIklzVmlzaWJsZSI6ZmFsc2UsIkxhc3RLbm93blZpc2liaWxpdHlTdGF0ZSI6ZmFsc2V9LCJSZWxhdGVkVGFza0lkIjoiMDAwMDAwMDAtMDAwMC0wMDAwLTAwMDAtMDAwMDAwMDAwMDAwIiwiSWQiOiJkMTNmMTg2NS00NzE4LTRiYmItODRlMy0xMjllZWU5YzQyNzkiLCJJbXBvcnRJZCI6bnVsbCwiVGl0bGUiOiJRNCBSZXZpZXciLCJOb3RlIjpudWxsLCJIeXBlcmxpbmsiOnsiJGlkIjoiMzM1NCIsIkFkZHJlc3MiOiIiLCJTdWJBZGRyZXNzIjoiIn0sIklzQ2hhbmdlZCI6ZmFsc2UsIklzTmV3IjpmYWxzZX1dLCJUYXNrcyI6W10sIlN3aW1sYW5lcyI6W10sIk1zUHJvamVjdEl0ZW1zVHJlZSI6bnVsbCwiTWV0YWRhdGEiOnsiJGlkIjoiMzM1NSIsIlJlY2VudENvbG9yc0NvbGxlY3Rpb24iOiJbXSIsIk1zcExhdGVzdEltcG9ydEl0ZW1zIjoie1wiJGlkXCI6XCIxXCIsXCJSb290XCI6e1wiSW1wb3J0SWRcIjpudWxsLFwiSXNJbXBvcnRlZFwiOmZhbHNlLFwiQ2hpbGRyZW5cIjpbXX19IiwiTXNwU3luY0J5VWlkIjoiRmFsc2UiLCJNc3BDb2x1bW5zTWFwcGluZyI6Ilt7XCIkaWRcIjpcIjFcIixcIlNlbGVjdGVkTWFwcGluZ1wiOjEsXCJDb2x1bW5IZWFkZXJcIjpcIlN3aW1sYW5lXCJ9LHtcIiRpZFwiOlwiMlwiLFwiU2VsZWN0ZWRNYXBwaW5nXCI6MixcIkNvbHVtbkhlYWRlclwiOlwiTmFtZVwifSx7XCIkaWRcIjpcIjNcIixcIlNlbGVjdGVkTWFwcGluZ1wiOjMsXCJDb2x1bW5IZWFkZXJcIjpcIlN0YXJ0XCJ9LHtcIiRpZFwiOlwiNFwiLFwiU2VsZWN0ZWRNYXBwaW5nXCI6NCxcIkNvbHVtbkhlYWRlclwiOlwiRmluaXNoXCJ9LHtcIiRpZFwiOlwiNVwiLFwiU2VsZWN0ZWRNYXBwaW5nXCI6NSxcIkNvbHVtbkhlYWRlclwiOlwiUGVyY2VudENvbXBsZXRlXCJ9XSIsIlNvdXJjZVRoZW1lIjoie1wiJGlkXCI6XCIxXCIsXCJJZFwiOlwiODUxZDJkYzQtMzQ3Zi00ZDEzLTg4ZWEtYTNjNTRmYzVmMTA4XCIsXCJDYXRlZ29yeVwiOjIsXCJDdWx0dXJlSW5mb05hbWVcIjpcImVuLVVTXCIsXCJWZXJzaW9uXCI6e1wiJGlkXCI6XCIyXCIsXCJUaGVtZURvbVZlcnNpb25cIjpcIjEuMS4wXCJ9LFwiU3R5bGVcIjp7XCIkaWRcIjpcIjNcIixcIlRpbWViYW5kU3R5bGVcIjp7XCIkaWRcIjpcIjRcIixcIlJpZ2h0RW5kQ2Fwc1N0eWxlXCI6e1wiJGlkXCI6XCI1XCIsXCJGb250U2V0dGluZ3NcIjp7XCIkaWRcIjpcIjZcIixcIkZvbnRTaXplXCI6MSxcIkZvbnROYW1lXCI6XCJDYWxpYnJpXCIsXCJJc0JvbGRcIjp0cnVlLFwiSXNJdGFsaWNcIjpmYWxzZSxcIklzVW5kZXJsaW5lZFwiOmZhbHNlfSxcIkZvcmVncm91bmRcIjp7XCIkaWRcIjpcIjdcIixcIkNvbG9yXCI6e1wiJGlkXCI6XCI4XCIsXCJBXCI6MjU1LFwiUlwiOjIzNyxcIkdcIjoxMjUsXCJCXCI6NDl9fSxcIkhvcml6b250YWxBbGlnbm1lbnRcIjowLFwiSXNWaXNpYmxlXCI6ZmFsc2V9LFwiTGVmdEVuZENhcHNTdHlsZVwiOntcIiRpZFwiOlwiOVwiLFwiRm9udFNldHRpbmdzXCI6e1wiJGlkXCI6XCIxMFwiLFwiRm9udFNpemVcIjozMi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MCxcIlNlZ21lbnRUZXh0U3R5bGVcIjp7XCIkaWRcIjpcIjI0XCIsXCJGb250U2V0dGluZ3NcIjp7XCIkaWRcIjpcIjI1XCIsXCJGb250U2l6ZVwiOjE0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yLjAsXCJSaWdodFwiOjEyLjAsXCJCb3R0b21cIjowLjB9LFwiUGFkZGluZ1wiOntcIiRpZFwiOlwiMzBcIixcIlRvcFwiOjcuMCxcIkxlZnRcIjowLjAsXCJSaWdodFwiOjAuMCxcIkJvdHRvbVwiOjcuMH0sXCJCYWNrZ3JvdW5kXCI6e1wiJGlkXCI6XCIzMVwiLFwiQ29sb3JcIjp7XCIkaWRcIjpcIjMyXCIsXCJBXCI6MjU1LFwiUlwiOjY0LFwiR1wiOjY0LFwiQlwiOjY0fX0sXCJJc1Zpc2libGVcIjp0cnVlLFwiV2lkdGhcIjo4NTguMCxcIkhlaWdodFwiOjM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3LFwiU2hhcGVUaGlja25lc3NcIjowLFwiRHVyYXRpb25Gb3JtYXRcIjo1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NyxcIkdcIjoxMjUsXCJCXCI6NDl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AuMCxcIkxpbmVUeXBlXCI6MH0sXCJJc1Zpc2libGVcIjpmYWxzZX0sXCJNYXJnaW5cIjp7XCIkaWRcIjpcIjY0XCIsXCJUb3BcIjowLjAsXCJMZWZ0XCI6MC4wLFwiUmlnaHRcIjowLjAsXCJCb3R0b21cIjowLjB9LFwiU3RhcnREYXRlUG9zaXRpb25cIjowLFwiRW5kRGF0ZVBvc2l0aW9uXCI6MCxcIlRpdGxlUG9zaXRpb25cIjo1LFwiRHVyYXRpb25Qb3NpdGlvblwiOjAsXCJQZXJjZW50YWdlQ29tcGxldGVkUG9zaXRpb25cIjowLFwiU3BhY2luZ1wiOjMsXCJJc0JlbG93VGltZWJhbmRcIjp0cnVlLFwiU2hhcGVTdHlsZVwiOntcIiRpZFwiOlwiNjVcIixcIk1hcmdpblwiOntcIiRpZFwiOlwiNjZcIixcIlRvcFwiOjAuMCxcIkxlZnRcIjo0LjAsXCJSaWdodFwiOjQuMCxcIkJvdHRvbVwiOjAuMH0sXCJQYWRkaW5nXCI6e1wiJGlkXCI6XCI2N1wiLFwiVG9wXCI6MC4wLFwiTGVmdFwiOjAuMCxcIlJpZ2h0XCI6MC4wLFwiQm90dG9tXCI6MC4wfSxcIkJhY2tncm91bmRcIjp7XCIkaWRcIjpcIjY4XCIsXCJDb2xvclwiOntcIiRpZFwiOlwiNjlcIixcIkFcIjoyNTUsXCJSXCI6MjU1LFwiR1wiOjE5MixcIkJcIjowfX0sXCJJc1Zpc2libGVcIjp0cnVlLFwiV2lkdGhcIjowLjAsXCJIZWlnaHRcIjoxMC4wLFwiQm9yZGVyU3R5bGVcIjp7XCIkaWRcIjpcIjcwXCIsXCJMaW5lU3R5bGVcIjp7XCIkaWRcIjpcIjcxXCIsXCJMaW5lQ29sb3JcIjp7XCIkaWRcIjpcIjcyXCIsXCJDb2xvclwiOntcIiRpZFwiOlwiNzNcIixcIkFcIjoyNTUsXCJSXCI6MjM0LFwiR1wiOjIyLFwiQlwiOjMwfX0sXCJMaW5lV2VpZ2h0XCI6Mi4wLFwiTGluZVR5cGVcIjowfSxcIklzVmlzaWJsZVwiOmZhbHNlfX0sXCJUaXRsZVN0eWxlXCI6e1wiJGlkXCI6XCI3NFwiLFwiRm9udFNldHRpbmdzXCI6e1wiJGlkXCI6XCI3NVwiLFwiRm9udFNpemVcIjoxMSxcIkZvbnROYW1lXCI6XCJDYWxpYnJpXCIsXCJJc0JvbGRcIjp0cnVlLFwiSXNJdGFsaWNcIjpmYWxzZSxcIklzVW5kZXJsaW5lZFwiOmZhbHNlfSxcIkZvcmVncm91bmRcIjp7XCIkaWRcIjpcIjc2XCIsXCJDb2xvclwiOntcIiRpZFwiOlwiNzdcIixcIkFcIjoyNTUsXCJSXCI6MCxcIkdcIjowLFwiQlwiOjB9fSxcIkhvcml6b250YWxBbGlnbm1lbnRcIjowLFwiSXNWaXNpYmxlXCI6dHJ1ZX0sXCJEYXRlU3R5bGVcIjp7XCIkaWRcIjpcIjc4XCIsXCJGb250U2V0dGluZ3NcIjp7XCIkaWRcIjpcIjc5XCIsXCJGb250U2l6ZVwiOjEwLFwiRm9udE5hbWVcIjpcIkNhbGlicmlcIixcIklzQm9sZFwiOmZhbHNlLFwiSXNJdGFsaWNcIjpmYWxzZSxcIklzVW5kZXJsaW5lZFwiOmZhbHNlfSxcIkZvcmVncm91bmRcIjp7XCIkaWRcIjpcIjgwXCIsXCJDb2xvclwiOntcIiRpZFwiOlwiODFcIixcIkFcIjoyNTUsXCJSXCI6NjgsXCJHXCI6ODQsXCJCXCI6MTA2fX0sXCJIb3Jpem9udGFsQWxpZ25tZW50XCI6MCxcIklzVmlzaWJsZVwiOmZhbHNlfSxcIkRhdGVGb3JtYXRcIjp7XCIkaWRcIjpcIj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zXCIsXCJGb3JtYXRcIjowLFwiSXNWaXNpYmxlXCI6ZmFsc2UsXCJMYXN0S25vd25WaXNpYmlsaXR5U3RhdGVcIjpmYWxzZX19LFwiTWlsZXN0b25lU3R5bGVcIjp7XCIkaWRcIjpcIjg0XCIsXCJTaGFwZVwiOjUsXCJJc0JlbG93VGltZWJhbmRcIjpmYWxzZSxcIlNoYXBlU2l6ZVwiOjEsXCJQYWRkaW5nXCI6e1wiJGlkXCI6XCI4NVwiLFwiVG9wXCI6Ny4wLFwiTGVmdFwiOjMuMCxcIlJpZ2h0XCI6MC4wLFwiQm90dG9tXCI6Mi4wfSxcIlNoYXBlU3R5bGVcIjp7XCIkaWRcIjpcIjg2XCIsXCJNYXJnaW5cIjp7XCIkaWRcIjpcIjg3XCIsXCJUb3BcIjowLjAsXCJMZWZ0XCI6MC4wLFwiUmlnaHRcIjowLjAsXCJCb3R0b21cIjowLjB9LFwiUGFkZGluZ1wiOntcIiRpZFwiOlwiODhcIixcIlRvcFwiOjAuMCxcIkxlZnRcIjowLjAsXCJSaWdodFwiOjAuMCxcIkJvdHRvbVwiOjAuMH0sXCJCYWNrZ3JvdW5kXCI6e1wiJGlkXCI6XCI4OVwiLFwiQ29sb3JcIjp7XCIkaWRcIjpcIjkwXCIsXCJBXCI6MjU1LFwiUlwiOjE3OCxcIkdcIjoxNCxcIkJcIjoxOH19LFwiSXNWaXNpYmxlXCI6dHJ1ZSxcIldpZHRoXCI6MTguMCxcIkhlaWdodFwiOjIwLjAsXCJCb3JkZXJTdHlsZVwiOntcIiRpZFwiOlwiOTFcIixcIkxpbmVTdHlsZVwiOntcIiRpZFwiOlwiOTJcIixcIkxpbmVDb2xvclwiOntcIiRpZFwiOlwiOTNcIixcIkNvbG9yXCI6e1wiJGlkXCI6XCI5NFwiLFwiQVwiOjI1NSxcIlJcIjoyMzQsXCJHXCI6MjIsXCJCXCI6MzB9fSxcIkxpbmVXZWlnaHRcIjoyLjAsXCJMaW5lVHlwZVwiOjB9LFwiSXNWaXNpYmxlXCI6ZmFsc2V9fSxcIlRpdGxlU3R5bGVcIjp7XCIkaWRcIjpcIjk1XCIsXCJGb250U2V0dGluZ3NcIjp7XCIkaWRcIjpcIjk2XCIsXCJGb250U2l6ZVwiOjExLFwiRm9udE5hbWVcIjpcIkNhbGlicmlcIixcIklzQm9sZFwiOnRydWUsXCJJc0l0YWxpY1wiOmZhbHNlLFwiSXNVbmRlcmxpbmVkXCI6ZmFsc2V9LFwiRm9yZWdyb3VuZFwiOntcIiRpZFwiOlwiOTdcIixcIkNvbG9yXCI6e1wiJGlkXCI6XCI5OFwiLFwiQVwiOjI1NSxcIlJcIjowLFwiR1wiOjAsXCJCXCI6MH19LFwiSG9yaXpvbnRhbEFsaWdubWVudFwiOjEsXCJJc1Zpc2libGVcIjp0cnVlfSxcIkRhdGVTdHlsZVwiOntcIiRpZFwiOlwiOTlcIixcIkZvbnRTZXR0aW5nc1wiOntcIiRpZFwiOlwiMTAwXCIsXCJGb250U2l6ZVwiOjEwLFwiRm9udE5hbWVcIjpcIkNhbGlicmlcIixcIklzQm9sZFwiOmZhbHNlLFwiSXNJdGFsaWNcIjpmYWxzZSxcIklzVW5kZXJsaW5lZFwiOmZhbHNlfSxcIkZvcmVncm91bmRcIjp7XCIkaWRcIjpcIjEwMVwiLFwiQ29sb3JcIjp7XCIkaWRcIjpcIjEwMlwiLFwiQVwiOjI1NSxcIlJcIjo2OCxcIkdcIjo4NCxcIkJcIjoxMDZ9fSxcIkhvcml6b250YWxBbGlnbm1lbnRcIjoxLFwiSXNWaXNpYmxlXCI6ZmFsc2V9LFwiRGF0ZUZvcm1hdFwiOntcIiRpZFwiOlwiMTAzXCIsXCJGb3JtYXRTdHJpbmdcIjpcInl5eXkvTU1NXCIsXCJTZXBhcmF0b3JcIjpcIi9cIixcIlVzZUludGVybmF0aW9uYWxEYXRlRm9ybWF0XCI6ZmFsc2UsXCJEYXRlSXNWaXNpYmxlXCI6dHJ1ZSxcIlRpbWVJc1Zpc2libGVcIjpmYWxzZSxcIkhvdXJEaWdpdHNcIjoxLFwiQW1QbURlc2lnbmF0b3JcIjoyLFwiVHJpbTAwTWludXRlc1wiOmZhbHNlfSxcIldlZWtOdW1iZXJpbmdcIjp7XCIkaWRcIjpcIjEwNFwiLFwiRm9ybWF0XCI6MCxcIklzVmlzaWJsZVwiOmZhbHNlLFwiTGFzdEtub3duVmlzaWJpbGl0eVN0YXRlXCI6ZmFsc2V9fSxcIk1vdFN0eWxlXCI6e1wiJGlkXCI6XCIxMDVcIixcIlNoYXBlXCI6NSxcIlNoYXBlU2l6ZVwiOjEsXCJEZXRhaWxzU3BhY2luZ1wiOjEuMCxcIlBhZGRpbmdcIjp7XCIkaWRcIjpcIjEwNlwiLFwiVG9wXCI6Ny4wLFwiTGVmdFwiOjMuMCxcIlJpZ2h0XCI6MC4wLFwiQm90dG9tXCI6Mi4wfSxcIlBvc2l0aW9uT25UYXNrXCI6MSxcIlNoYXBlU3R5bGVcIjp7XCIkaWRcIjpcIjEwN1wiLFwiTWFyZ2luXCI6e1wiJGlkXCI6XCIxMDhcIixcIlRvcFwiOjAuMCxcIkxlZnRcIjowLjAsXCJSaWdodFwiOjAuMCxcIkJvdHRvbVwiOjAuMH0sXCJQYWRkaW5nXCI6e1wiJGlkXCI6XCIxMDlcIixcIlRvcFwiOjAuMCxcIkxlZnRcIjowLjAsXCJSaWdodFwiOjAuMCxcIkJvdHRvbVwiOjAuMH0sXCJCYWNrZ3JvdW5kXCI6e1wiJGlkXCI6XCIxMTBcIixcIkNvbG9yXCI6e1wiJGlkXCI6XCIxMTFcIixcIkFcIjoyNTUsXCJSXCI6MTc4LFwiR1wiOjE0LFwiQlwiOjE4fX0sXCJJc1Zpc2libGVcIjp0cnVlLFwiV2lkdGhcIjoxOC4wLFwiSGVpZ2h0XCI6MjA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MTEsXCJGb250TmFtZVwiOlwiQ2FsaWJyaVwiLFwiSXNCb2xkXCI6dHJ1ZSxcIklzSXRhbGljXCI6ZmFsc2UsXCJJc1VuZGVybGluZWRcIjpmYWxzZX0sXCJGb3JlZ3JvdW5kXCI6e1wiJGlkXCI6XCIxMThcIixcIkNvbG9yXCI6e1wiJGlkXCI6XCIxMTlcIixcIkFcIjoyNTUsXCJSXCI6MCxcIkdcIjowLFwiQlwiOjB9fSxcIkhvcml6b250YWxBbGlnbm1lbnRcIjoxLFwiSXNWaXNpYmxlXCI6dHJ1ZX0sXCJEYXRlU3R5bGVcIjp7XCIkaWRcIjpcIjEyMFwiLFwiRm9udFNldHRpbmdzXCI6e1wiJGlkXCI6XCIxMjFcIixcIkZvbnRTaXplXCI6MTAsXCJGb250TmFtZVwiOlwiQ2FsaWJyaVwiLFwiSXNCb2xkXCI6ZmFsc2UsXCJJc0l0YWxpY1wiOmZhbHNlLFwiSXNVbmRlcmxpbmVkXCI6ZmFsc2V9LFwiRm9yZWdyb3VuZFwiOntcIiRpZFwiOlwiMTIyXCIsXCJDb2xvclwiOntcIiRpZFwiOlwiMTIzXCIsXCJBXCI6MjU1LFwiUlwiOjY4LFwiR1wiOjg0LFwiQlwiOjEwNn19LFwiSG9yaXpvbnRhbEFsaWdubWVudFwiOjEsXCJJc1Zpc2libGVcIjpmYWxzZX0sXCJEYXRlRm9ybWF0XCI6e1wiJGlkXCI6XCIxMjRcIixcIkZvcm1hdFN0cmluZ1wiOlwieXl5eS9NTU1cIixcIlNlcGFyYXRvclwiOlwiL1wiLFwiVXNlSW50ZXJuYXRpb25hbERhdGVGb3JtYXRcIjpmYWxzZSxcIkRhdGVJc1Zpc2libGVcIjp0cnVlLFwiVGltZUlzVmlzaWJsZVwiOmZhbHNlLFwiSG91ckRpZ2l0c1wiOjEsXCJBbVBtRGVzaWduYXRvclwiOjIsXCJUcmltMDBNaW51dGVzXCI6ZmFsc2V9LFwiV2Vla051bWJlcmluZ1wiOntcIiRpZFwiOlwiMTI1XCIsXCJGb3JtYXRcIjowLFwiSXNWaXNpYmxlXCI6ZmFsc2UsXCJMYXN0S25vd25WaXNpYmlsaXR5U3RhdGVcIjpmYWxzZX19LFwiU3dpbWxhbmVWMlN0eWxlXCI6e1wiJGlkXCI6XCIxMjZcIixcIlN0eWxlSWRcIjpcIjhhOTk2OTY3LTAwZDEtNGRhNS04ZTNmLTQwOTgwMDRlNGNhNVwiLFwiTmFtZVwiOlwiU3dpbWxhbmUgU3R5bGUgMVwiLFwiSGVhZGVyU3R5bGVcIjp7XCIkaWRcIjpcIjEyN1wiLFwiVGV4dFN0eWxlXCI6e1wiJGlkXCI6XCIxMjhcIixcIkZvbnRTZXR0aW5nc1wiOntcIiRpZFwiOlwiMTI5XCIsXCJGb250U2l6ZVwiOjEyLFwiRm9udE5hbWVcIjpcIkNhbGlicmlcIixcIklzQm9sZFwiOnRydWUsXCJJc0l0YWxpY1wiOmZhbHNlLFwiSXNVbmRlcmxpbmVkXCI6ZmFsc2V9LFwiRm9yZWdyb3VuZFwiOntcIiRpZFwiOlwiMTMwXCIsXCJDb2xvclwiOntcIiRpZFwiOlwiMTMxXCIsXCJBXCI6MjU1LFwiUlwiOjI1NSxcIkdcIjoyNTUsXCJCXCI6MjU1fX0sXCJIb3Jpem9udGFsQWxpZ25tZW50XCI6MCxcIklzVmlzaWJsZVwiOmZhbHNlfSxcIlJlY3RhbmdsZVN0eWxlXCI6e1wiJGlkXCI6XCIxMzJcIixcIk1hcmdpblwiOntcIiRpZFwiOlwiMTMzXCIsXCJUb3BcIjowLjAsXCJMZWZ0XCI6MC4wLFwiUmlnaHRcIjowLjAsXCJCb3R0b21cIjowLjB9LFwiUGFkZGluZ1wiOntcIiRpZFwiOlwiMTM0XCIsXCJUb3BcIjowLjAsXCJMZWZ0XCI6MC4wLFwiUmlnaHRcIjowLjAsXCJCb3R0b21cIjowLjB9LFwiQmFja2dyb3VuZFwiOntcIiRpZFwiOlwiMTM1XCIsXCJDb2xvclwiOntcIiRpZFwiOlwiMTM2XCIsXCJBXCI6MjU1LFwiUlwiOjI1NSxcIkdcIjoxOTIsXCJCXCI6MH19LFwiSXNWaXNpYmxlXCI6dHJ1ZSxcIldpZHRoXCI6MC4wLFwiSGVpZ2h0XCI6MC4wLFwiQm9yZGVyU3R5bGVcIjp7XCIkaWRcIjpcIjEzN1wiLFwiTGluZVN0eWxlXCI6e1wiJGlkXCI6XCIxMzhcIixcIkxpbmVDb2xvclwiOntcIiRpZFwiOlwiMTM5XCIsXCJDb2xvclwiOntcIiRpZFwiOlwiMTQwXCIsXCJBXCI6MjU1LFwiUlwiOjIyLFwiR1wiOjI4LFwiQlwiOjM1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MzgsXCJSXCI6MjU1LFwiR1wiOjE5MixcIkJcIjowfX0sXCJJc1Zpc2libGVcIjp0cnVlLFwiV2lkdGhcIjowLjAsXCJIZWlnaHRcIjowLjAsXCJCb3JkZXJTdHlsZVwiOntcIiRpZFwiOlwiMTQ2XCIsXCJMaW5lU3R5bGVcIjp7XCIkaWRcIjpcIjE0N1wiLFwiTGluZUNvbG9yXCI6e1wiJGlkXCI6XCIxNDhcIixcIkNvbG9yXCI6e1wiJGlkXCI6XCIxNDlcIixcIkFcIjoyNTUsXCJSXCI6MjM0LFwiR1wiOjIyLFwiQlwiOjMwfX0sXCJMaW5lV2VpZ2h0XCI6MC4wLFwiTGluZVR5cGVcIjowfSxcIklzVmlzaWJsZVwiOmZhbHNlfX0sXCJJc0Fib3ZlVGltZWJhbmRcIjpmYWxzZSxcIlNwYWNpbmdcIjo1LFwiRGVmYXVsdFN3aW1sYW5lQWN0aXZpdHlTdHlsZVwiOntcIiRpZFwiOlwiMTUwXCIsXCJIZWFkZXJTdHlsZVwiOntcIiRpZFwiOlwiMTUxXCIsXCJUZXh0U3R5bGVcIjp7XCIkaWRcIjpcIjE1MlwiLFwiRm9udFNldHRpbmdzXCI6e1wiJGlkXCI6XCIxNTNcIixcIkZvbnRTaXplXCI6MTEsXCJGb250TmFtZVwiOlwiQ2FsaWJyaVwiLFwiSXNCb2xkXCI6ZmFsc2UsXCJJc0l0YWxpY1wiOmZhbHNlLFwiSXNVbmRlcmxpbmVkXCI6ZmFsc2V9LFwiRm9yZWdyb3VuZFwiOntcIiRpZFwiOlwiMTU0XCIsXCJDb2xvclwiOntcIiRpZFwiOlwiMTU1XCIsXCJBXCI6MjU1LFwiUlwiOjAsXCJHXCI6MCxcIkJcIjowfX0sXCJIb3Jpem9udGFsQWxpZ25tZW50XCI6MCxcIklzVmlzaWJsZVwiOnRydWV9LFwiUmVjdGFuZ2xlU3R5bGVcIjp7XCIkaWRcIjpcIjE1NlwiLFwiTWFyZ2luXCI6e1wiJGlkXCI6XCIxNTdcIixcIlRvcFwiOjAuMCxcIkxlZnRcIjowLjAsXCJSaWdodFwiOjAuMCxcIkJvdHRvbVwiOjAuMH0sXCJQYWRkaW5nXCI6e1wiJGlkXCI6XCIxNThcIixcIlRvcFwiOjAuMCxcIkxlZnRcIjowLjAsXCJSaWdodFwiOjAuMCxcIkJvdHRvbVwiOjAuMH0sXCJCYWNrZ3JvdW5kXCI6e1wiJGlkXCI6XCIxNTlcIixcIkNvbG9yXCI6e1wiJGlkXCI6XCIxNjBcIixcIkFcIjo2MyxcIlJcIjoyNTUsXCJHXCI6MTkyLFwiQlwiOjB9fSxcIklzVmlzaWJsZVwiOnRydW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MzgsXCJSXCI6MjU1LFwiR1wiOjE5MixcIkJcIjowfX0sXCJJc1Zpc2libGVcIjp0cnVlLFwiV2lkdGhcIjowLjAsXCJIZWlnaHRcIjowLjAsXCJCb3JkZXJTdHlsZVwiOntcIiRpZFwiOlwiMTcwXCIsXCJMaW5lU3R5bGVcIjp7XCIkaWRcIjpcIjE3MVwiLFwiTGluZUNvbG9yXCI6e1wiJGlkXCI6XCIxNzJcIixcIkNvbG9yXCI6e1wiJGlkXCI6XCIxNzNcIixcIkFcIjoyNTUsXCJSXCI6MjM0LFwiR1wiOjIyLFwiQlwiOjMwfX0sXCJMaW5lV2VpZ2h0XCI6MC4wLFwiTGluZVR5cGVcIjowfSxcIklzVmlzaWJsZVwiOmZhbHNlfX19LFwiRGVmYXVsdFN3aW1sYW5lTWlsZXN0b25lU3R5bGVcIjp7XCIkaWRcIjpcIjE3NFwiLFwiVGl0bGVQb3NpdGlvblwiOjIsXCJEYXRlUG9zaXRpb25cIjowLFwiU2hhcGVUeXBlXCI6MCxcIlNoYXBlU2l6ZVwiOjEsXCJTcGFjaW5nXCI6NSxcIlNoYXBlU3R5bGVcIjp7XCIkaWRcIjpcIjE3NVwiLFwiTWFyZ2luXCI6e1wiJGlkXCI6XCIxNzZcIixcIlRvcFwiOjAuMCxcIkxlZnRcIjowLjAsXCJSaWdodFwiOjAuMCxcIkJvdHRvbVwiOjAuMH0sXCJQYWRkaW5nXCI6e1wiJGlkXCI6XCIxNzdcIixcIlRvcFwiOjAuMCxcIkxlZnRcIjowLjAsXCJSaWdodFwiOjAuMCxcIkJvdHRvbVwiOjAuMH0sXCJCYWNrZ3JvdW5kXCI6e1wiJGlkXCI6XCIxNzhcIixcIkNvbG9yXCI6e1wiJGlkXCI6XCIxNzlcIixcIkFcIjoyNTUsXCJSXCI6MjU1LFwiR1wiOjE5MixcIkJcIjowfX0sXCJJc1Zpc2libGVcIjp0cnVlLFwiV2lkdGhcIjoxOC4wLFwiSGVpZ2h0XCI6MjAuMCxcIkJvcmRlclN0eWxlXCI6e1wiJGlkXCI6XCIxODBcIixcIkxpbmVTdHlsZVwiOntcIiRpZFwiOlwiMTgxXCIsXCJMaW5lQ29sb3JcIjp7XCIkaWRcIjpcIjE4MlwiLFwiQ29sb3JcIjp7XCIkaWRcIjpcIjE4M1wiLFwiQVwiOjI1NSxcIlJcIjoyMzQsXCJHXCI6MjIsXCJCXCI6MzB9fSxcIkxpbmVXZWlnaHRcIjoyLjAsXCJMaW5lVHlwZVwiOjB9LFwiSXNWaXNpYmxlXCI6ZmFsc2V9fSxcIlRpdGxlU3R5bGVcIjp7XCIkaWRcIjpcIjE4NFwiLFwiRm9udFNldHRpbmdzXCI6e1wiJGlkXCI6XCIxODVcIixcIkZvbnRTaXplXCI6MTEsXCJGb250TmFtZVwiOlwiQ2FsaWJyaVwiLFwiSXNCb2xkXCI6dHJ1ZSxcIklzSXRhbGljXCI6ZmFsc2UsXCJJc1VuZGVybGluZWRcIjpmYWxzZX0sXCJGb3JlZ3JvdW5kXCI6e1wiJGlkXCI6XCIxODZcIixcIkNvbG9yXCI6e1wiJGlkXCI6XCIxODdcIixcIkFcIjoyNTUsXCJSXCI6MCxcIkdcIjowLFwiQlwiOjB9fSxcIkhvcml6b250YWxBbGlnbm1lbnRcIjoxLFwiSXNWaXNpYmxlXCI6dHJ1ZX0sXCJEYXRlU3R5bGVcIjp7XCIkaWRcIjpcIjE4OFwiLFwiRm9udFNldHRpbmdzXCI6e1wiJGlkXCI6XCIxODlcIixcIkZvbnRTaXplXCI6MTAsXCJGb250TmFtZVwiOlwiQ2FsaWJyaVwiLFwiSXNCb2xkXCI6ZmFsc2UsXCJJc0l0YWxpY1wiOmZhbHNlLFwiSXNVbmRlcmxpbmVkXCI6ZmFsc2V9LFwiRm9yZWdyb3VuZFwiOntcIiRpZFwiOlwiMTkwXCIsXCJDb2xvclwiOntcIiRpZFwiOlwiMTkxXCIsXCJBXCI6MjU1LFwiUlwiOjY4LFwiR1wiOjg0LFwiQlwiOjEwNn19LFwiSG9yaXpvbnRhbEFsaWdubWVudFwiOjAsXCJJc1Zpc2libGVcIjpmYWxzZX0sXCJEYXRlRm9ybWF0XCI6e1wiJGlkXCI6XCIx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kzXCIsXCJGb3JtYXRcIjowLFwiSXNWaXNpYmxlXCI6ZmFsc2UsXCJMYXN0S25vd25WaXNpYmlsaXR5U3RhdGVcIjpmYWxzZX19LFwiRGVmYXVsdFN3aW1sYW5lVGFza1N0eWxlXCI6e1wiJGlkXCI6XCIxOTRcIixcIlNoYXBlXCI6NyxcIlNoYXBlVGhpY2tuZXNzXCI6MCxcIkR1cmF0aW9uRm9ybWF0XCI6MCxcIlBlcmNlbnRhZ2VDb21wbGV0ZVRleHRTdHlsZVwiOntcIiRpZFwiOlwiMTk1XCIsXCJGb250U2V0dGluZ3NcIjp7XCIkaWRcIjpcIjE5NlwiLFwiRm9udFNpemVcIjoxMCxcIkZvbnROYW1lXCI6XCJDYWxpYnJpXCIsXCJJc0JvbGRcIjp0cnVlLFwiSXNJdGFsaWNcIjpmYWxzZSxcIklzVW5kZXJsaW5lZFwiOmZhbHNlfSxcIkZvcmVncm91bmRcIjp7XCIkaWRcIjpcIjE5N1wiLFwiQ29sb3JcIjp7XCIkaWRcIjpcIjE5OFwiLFwiQVwiOjI1NSxcIlJcIjoxMjcsXCJHXCI6OTYsXCJCXCI6MH19LFwiSG9yaXpvbnRhbEFsaWdubWVudFwiOjAsXCJJc1Zpc2libGVcIjp0cnVlfSxcIlBlcmNlbnRhZ2VDb21wbGV0ZUhpZ2hsaWdodFN0eWxlXCI6e1wiJGlkXCI6XCIxOTlcIixcIkJhY2tncm91bmRcIjp7XCIkaWRcIjpcIjIwMFwiLFwiQ29sb3JcIjp7XCIkaWRcIjpcIjIwMVwiLFwiQVwiOjg5LFwiUlwiOjAsXCJHXCI6MCxcIkJcIjowfX19LFwiRHVyYXRpb25TdHlsZVwiOntcIiRpZFwiOlwiMjAyXCIsXCJGb250U2V0dGluZ3NcIjp7XCIkaWRcIjpcIjIwM1wiLFwiRm9udFNpemVcIjoxMCxcIkZvbnROYW1lXCI6XCJDYWxpYnJpXCIsXCJJc0JvbGRcIjpmYWxzZSxcIklzSXRhbGljXCI6ZmFsc2UsXCJJc1VuZGVybGluZWRcIjpmYWxzZX0sXCJGb3JlZ3JvdW5kXCI6e1wiJGlkXCI6XCIyMDRcIixcIkNvbG9yXCI6e1wiJGlkXCI6XCIyMDVcIixcIkFcIjoyNTUsXCJSXCI6MjM3LFwiR1wiOjEyNSxcIkJcIjo0OX19LFwiSG9yaXpvbnRhbEFsaWdubWVudFwiOjAsXCJJc1Zpc2libGVcIjpmYWxzZX0sXCJNYXJnaW5cIjp7XCIkaWRcIjpcIjIwNlwiLFwiVG9wXCI6MC4wLFwiTGVmdFwiOjAuMCxcIlJpZ2h0XCI6MC4wLFwiQm90dG9tXCI6MC4wfSxcIlN0YXJ0RGF0ZVBvc2l0aW9uXCI6MCxcIkVuZERhdGVQb3NpdGlvblwiOjAsXCJUaXRsZVBvc2l0aW9uXCI6MixcIkR1cmF0aW9uUG9zaXRpb25cIjowLFwiUGVyY2VudGFnZUNvbXBsZXRlZFBvc2l0aW9uXCI6NCxcIlNwYWNpbmdcIjozLFwiU2hhcGVTdHlsZVwiOntcIiRpZFwiOlwiMjA3XCIsXCJNYXJnaW5cIjp7XCIkaWRcIjpcIjIwOFwiLFwiVG9wXCI6MC4wLFwiTGVmdFwiOjQuMCxcIlJpZ2h0XCI6NC4wLFwiQm90dG9tXCI6MC4wfSxcIlBhZGRpbmdcIjp7XCIkaWRcIjpcIjIwOVwiLFwiVG9wXCI6MC4wLFwiTGVmdFwiOjAuMCxcIlJpZ2h0XCI6MC4wLFwiQm90dG9tXCI6MC4wfSxcIkJhY2tncm91bmRcIjp7XCIkaWRcIjpcIjIxMFwiLFwiQ29sb3JcIjp7XCIkaWRcIjpcIjIxMVwiLFwiQVwiOjI1NSxcIlJcIjoyNTUsXCJHXCI6MTkyLFwiQlwiOjB9fSxcIklzVmlzaWJsZVwiOnRydWUsXCJXaWR0aFwiOjAuMCxcIkhlaWdodFwiOjEwLjAsXCJCb3JkZXJTdHlsZVwiOntcIiRpZFwiOlwiMjEyXCIsXCJMaW5lU3R5bGVcIjp7XCIkaWRcIjpcIjIxM1wiLFwiTGluZUNvbG9yXCI6e1wiJGlkXCI6XCIyMTRcIixcIkNvbG9yXCI6e1wiJGlkXCI6XCIyMTVcIixcIkFcIjoyNTUsXCJSXCI6MjM0LFwiR1wiOjIyLFwiQlwiOjMwfX0sXCJMaW5lV2VpZ2h0XCI6Mi4wLFwiTGluZVR5cGVcIjowfSxcIklzVmlzaWJsZVwiOmZhbHNlfX0sXCJUaXRsZVN0eWxlXCI6e1wiJGlkXCI6XCIyMTZcIixcIkZvbnRTZXR0aW5nc1wiOntcIiRpZFwiOlwiMjE3XCIsXCJGb250U2l6ZVwiOjExLFwiRm9udE5hbWVcIjpcIkNhbGlicmlcIixcIklzQm9sZFwiOnRydWUsXCJJc0l0YWxpY1wiOmZhbHNlLFwiSXNVbmRlcmxpbmVkXCI6ZmFsc2V9LFwiRm9yZWdyb3VuZFwiOntcIiRpZFwiOlwiMjE4XCIsXCJDb2xvclwiOntcIiRpZFwiOlwiMjE5XCIsXCJBXCI6MjU1LFwiUlwiOjAsXCJHXCI6MCxcIkJcIjowfX0sXCJIb3Jpem9udGFsQWxpZ25tZW50XCI6MSxcIklzVmlzaWJsZVwiOnRydWV9LFwiRGF0ZV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2OCxcIkdcIjo4NCxcIkJcIjoxMDZ9fSxcIkhvcml6b250YWxBbGlnbm1lbnRcIjoyLFwiSXNWaXNpYmxlXCI6ZmFsc2V9LFwiRGF0ZUZvcm1hdFwiOntcIiRpZFwiOlwiMjI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yNVwiLFwiRm9ybWF0XCI6MCxcIklzVmlzaWJsZVwiOmZhbHNlLFwiTGFzdEtub3duVmlzaWJpbGl0eVN0YXRlXCI6ZmFsc2V9fSxcIkRlZmF1bHRTd2ltbGFuZU1vdFN0eWxlXCI6e1wiJGlkXCI6XCIyMjZcIixcIlNoYXBlXCI6MTQsXCJTaGFwZVNpemVcIjoxLFwiRGV0YWlsc1NwYWNpbmdcIjoxLjAsXCJQYWRkaW5nXCI6e1wiJGlkXCI6XCIyMjdcIixcIlRvcFwiOjcuMCxcIkxlZnRcIjozLjAsXCJSaWdodFwiOjAuMCxcIkJvdHRvbVwiOjIuMH0sXCJQb3NpdGlvbk9uVGFza1wiOjMsXCJTaGFwZVN0eWxlXCI6e1wiJGlkXCI6XCIyMjhcIixcIk1hcmdpblwiOntcIiRpZFwiOlwiMjI5XCIsXCJUb3BcIjowLjAsXCJMZWZ0XCI6MC4wLFwiUmlnaHRcIjowLjAsXCJCb3R0b21cIjowLjB9LFwiUGFkZGluZ1wiOntcIiRpZFwiOlwiMjMwXCIsXCJUb3BcIjowLjAsXCJMZWZ0XCI6MC4wLFwiUmlnaHRcIjowLjAsXCJCb3R0b21cIjowLjB9LFwiQmFja2dyb3VuZFwiOntcIiRpZFwiOlwiMjMxXCIsXCJDb2xvclwiOntcIiRpZFwiOlwiMjMyXCIsXCJBXCI6MjU1LFwiUlwiOjEyNyxcIkdcIjo5NixcIkJcIjowfX0sXCJJc1Zpc2libGVcIjp0cnVlLFwiV2lkdGhcIjoxOC4wLFwiSGVpZ2h0XCI6MjAuMCxcIkJvcmRlclN0eWxlXCI6e1wiJGlkXCI6XCIyMzNcIixcIkxpbmVTdHlsZVwiOntcIiRpZFwiOlwiMjM0XCIsXCJMaW5lQ29sb3JcIjp7XCIkaWRcIjpcIjIzNVwiLFwiQ29sb3JcIjp7XCIkaWRcIjpcIjIzNlwiLFwiQVwiOjI1NSxcIlJcIjoyMzQsXCJHXCI6MjIsXCJCXCI6MzB9fSxcIkxpbmVXZWlnaHRcIjowLjAsXCJMaW5lVHlwZVwiOjB9LFwiSXNWaXNpYmxlXCI6ZmFsc2V9fSxcIlRpdGxlU3R5bGVcIjp7XCIkaWRcIjpcIjIzN1wiLFwiRm9udFNldHRpbmdzXCI6e1wiJGlkXCI6XCIyMzhcIixcIkZvbnRTaXplXCI6MTEsXCJGb250TmFtZVwiOlwiQ2FsaWJyaVwiLFwiSXNCb2xkXCI6dHJ1ZSxcIklzSXRhbGljXCI6ZmFsc2UsXCJJc1VuZGVybGluZWRcIjpmYWxzZX0sXCJGb3JlZ3JvdW5kXCI6e1wiJGlkXCI6XCIyMzlcIixcIkNvbG9yXCI6e1wiJGlkXCI6XCIyNDBcIixcIkFcIjoyNTUsXCJSXCI6MCxcIkdcIjowLFwiQlwiOjB9fSxcIkhvcml6b250YWxBbGlnbm1lbnRcIjoyLFwiSXNWaXNpYmxlXCI6ZmFsc2V9LFwiRGF0ZVN0eWxlXCI6e1wiJGlkXCI6XCIyNDFcIixcIkZvbnRTZXR0aW5nc1wiOntcIiRpZFwiOlwiMjQyXCIsXCJGb250U2l6ZVwiOjEwLFwiRm9udE5hbWVcIjpcIkNhbGlicmlcIixcIklzQm9sZFwiOmZhbHNlLFwiSXNJdGFsaWNcIjpmYWxzZSxcIklzVW5kZXJsaW5lZFwiOmZhbHNlfSxcIkZvcmVncm91bmRcIjp7XCIkaWRcIjpcIjI0M1wiLFwiQ29sb3JcIjp7XCIkaWRcIjpcIjI0NFwiLFwiQVwiOjI1NSxcIlJcIjo2OCxcIkdcIjo4NCxcIkJcIjoxMDZ9fSxcIkhvcml6b250YWxBbGlnbm1lbnRcIjoyLFwiSXNWaXNpYmxlXCI6ZmFsc2V9LFwiRGF0ZUZvcm1hdFwiOntcIiRpZFwiOlwiMj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0NlwiLFwiRm9ybWF0XCI6MCxcIklzVmlzaWJsZVwiOmZhbHNlLFwiTGFzdEtub3duVmlzaWJpbGl0eVN0YXRlXCI6ZmFsc2V9fX0sXCJfYWRkaXRpb25hbFN3aW1sYW5lVjJTdHlsZXNcIjpbe1wiJGlkXCI6XCIyNDdcIixcIlN0eWxlSWRcIjpcIjllN2QyM2QwLTZmN2EtNGE5Yi1iMWY3LTcyYzNlNmQwNjc4MVwiLFwiTmFtZVwiOlwiU3dpbWxhbmUgU3R5bGUgMlwiLFwiSGVhZGVyU3R5bGVcIjp7XCIkaWRcIjpcIjI0OFwiLFwiVGV4dFN0eWxlXCI6e1wiJGlkXCI6XCIyNDlcIixcIkZvbnRTZXR0aW5nc1wiOntcIiRpZFwiOlwiMjUwXCIsXCJGb250U2l6ZVwiOjEyLFwiRm9udE5hbWVcIjpcIkNhbGlicmlcIixcIklzQm9sZFwiOnRydWUsXCJJc0l0YWxpY1wiOmZhbHNlLFwiSXNVbmRlcmxpbmVkXCI6ZmFsc2V9LFwiRm9yZWdyb3VuZFwiOntcIiRpZFwiOlwiMjUxXCIsXCJDb2xvclwiOntcIiRpZFwiOlwiMjUyXCIsXCJBXCI6MjU1LFwiUlwiOjI1NSxcIkdcIjoyNTUsXCJCXCI6MjU1fX0sXCJIb3Jpem9udGFsQWxpZ25tZW50XCI6MCxcIklzVmlzaWJsZVwiOmZhbHN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IzNyxcIkdcIjoxMjUsXCJCXCI6NDl9fSxcIklzVmlzaWJsZVwiOmZhbHNlLFwiV2lkdGhcIjowLjAsXCJIZWlnaHRcIjowLjAsXCJCb3JkZXJTdHlsZVwiOntcIiRpZFwiOlwiMjU4XCIsXCJMaW5lU3R5bGVcIjp7XCIkaWRcIjpcIjI1OVwiLFwiTGluZUNvbG9yXCI6e1wiJGlkXCI6XCIyNjBcIixcIkNvbG9yXCI6e1wiJGlkXCI6XCIyNjFcIixcIkFcIjoyNTUsXCJSXCI6MjEsXCJHXCI6MzcsXCJCXCI6NjZ9fSxcIkxpbmVXZWlnaHRcIjowLjAsXCJMaW5lVHlwZVwiOjB9LFwiSXNWaXNpYmxlXCI6ZmFsc2V9fX0sXCJCYWNrZ3JvdW5kU3R5bGVcIjp7XCIkaWRcIjpcIjI2MlwiLFwiTWFyZ2luXCI6e1wiJGlkXCI6XCIyNjNcIixcIlRvcFwiOjAuMCxcIkxlZnRcIjowLjAsXCJSaWdodFwiOjAuMCxcIkJvdHRvbVwiOjAuMH0sXCJQYWRkaW5nXCI6e1wiJGlkXCI6XCIyNjRcIixcIlRvcFwiOjAuMCxcIkxlZnRcIjowLjAsXCJSaWdodFwiOjAuMCxcIkJvdHRvbVwiOjAuMH0sXCJCYWNrZ3JvdW5kXCI6e1wiJGlkXCI6XCIyNjVcIixcIkNvbG9yXCI6e1wiJGlkXCI6XCIyNjZcIixcIkFcIjozOCxcIlJcIjoyMzcsXCJHXCI6MTI1LFwiQlwiOjQ5fX0sXCJJc1Zpc2libGVcIjp0cnVlLFwiV2lkdGhcIjowLjAsXCJIZWlnaHRcIjowLjAsXCJCb3JkZXJTdHlsZVwiOntcIiRpZFwiOlwiMjY3XCIsXCJMaW5lU3R5bGVcIjp7XCIkaWRcIjpcIjI2OFwiLFwiTGluZUNvbG9yXCI6e1wiJGlkXCI6XCIyNjlcIixcIkNvbG9yXCI6e1wiJGlkXCI6XCIyNzBcIixcIkFcIjoyNTUsXCJSXCI6MjM0LFwiR1wiOjIyLFwiQlwiOjMwfX0sXCJMaW5lV2VpZ2h0XCI6MC4wLFwiTGluZVR5cGVcIjowfSxcIklzVmlzaWJsZVwiOmZhbHNlfX0sXCJJc0Fib3ZlVGltZWJhbmRcIjpmYWxzZSxcIlNwYWNpbmdcIjo1LFwiRGVmYXVsdFN3aW1sYW5lQWN0aXZpdHlTdHlsZVwiOntcIiRpZFwiOlwiMjcxXCIsXCJIZWFkZXJTdHlsZVwiOntcIiRpZFwiOlwiMjcyXCIsXCJUZXh0U3R5bGVcIjp7XCIkaWRcIjpcIjI3M1wiLFwiRm9udFNldHRpbmdzXCI6e1wiJGlkXCI6XCIyNzRcIixcIkZvbnRTaXplXCI6MTEsXCJGb250TmFtZVwiOlwiQ2FsaWJyaVwiLFwiSXNCb2xkXCI6ZmFsc2UsXCJJc0l0YWxpY1wiOmZhbHNlLFwiSXNVbmRlcmxpbmVkXCI6ZmFsc2V9LFwiRm9yZWdyb3VuZFwiOntcIiRpZFwiOlwiMjc1XCIsXCJDb2xvclwiOntcIiRpZFwiOlwiMjc2XCIsXCJBXCI6MjU1LFwiUlwiOjAsXCJHXCI6MCxcIkJcIjowfX0sXCJIb3Jpem9udGFsQWxpZ25tZW50XCI6MCxcIklzVmlzaWJsZVwiOnRydWV9LFwiUmVjdGFuZ2xlU3R5bGVcIjp7XCIkaWRcIjpcIjI3N1wiLFwiTWFyZ2luXCI6e1wiJGlkXCI6XCIyNzhcIixcIlRvcFwiOjAuMCxcIkxlZnRcIjowLjAsXCJSaWdodFwiOjAuMCxcIkJvdHRvbVwiOjAuMH0sXCJQYWRkaW5nXCI6e1wiJGlkXCI6XCIyNzlcIixcIlRvcFwiOjAuMCxcIkxlZnRcIjowLjAsXCJSaWdodFwiOjAuMCxcIkJvdHRvbVwiOjAuMH0sXCJCYWNrZ3JvdW5kXCI6e1wiJGlkXCI6XCIyODBcIixcIkNvbG9yXCI6e1wiJGlkXCI6XCIyODFcIixcIkFcIjo2MyxcIlJcIjoyMzcsXCJHXCI6MTI1LFwiQlwiOjQ5fX0sXCJJc1Zpc2libGVcIjp0cnVlLFwiV2lkdGhcIjowLjAsXCJIZWlnaHRcIjowLjAsXCJCb3JkZXJTdHlsZVwiOntcIiRpZFwiOlwiMjgyXCIsXCJMaW5lU3R5bGVcIjp7XCIkaWRcIjpcIjI4M1wiLFwiTGluZUNvbG9yXCI6e1wiJGlkXCI6XCIyODRcIixcIkNvbG9yXCI6e1wiJGlkXCI6XCIyODVcIixcIkFcIjoyNTUsXCJSXCI6MjU1LFwiR1wiOjAsXCJCXCI6MH19LFwiTGluZVdlaWdodFwiOjAuMCxcIkxpbmVUeXBlXCI6MH0sXCJJc1Zpc2libGVcIjpmYWxzZX19fSxcIkJhY2tncm91bmRTdHlsZVwiOntcIiRpZFwiOlwiMjg2XCIsXCJNYXJnaW5cIjp7XCIkaWRcIjpcIjI4N1wiLFwiVG9wXCI6MC4wLFwiTGVmdFwiOjAuMCxcIlJpZ2h0XCI6MC4wLFwiQm90dG9tXCI6MC4wfSxcIlBhZGRpbmdcIjp7XCIkaWRcIjpcIjI4OFwiLFwiVG9wXCI6MC4wLFwiTGVmdFwiOjAuMCxcIlJpZ2h0XCI6MC4wLFwiQm90dG9tXCI6MC4wfSxcIkJhY2tncm91bmRcIjp7XCIkaWRcIjpcIjI4OVwiLFwiQ29sb3JcIjp7XCIkaWRcIjpcIjI5MFwiLFwiQVwiOjM4LFwiUlwiOjIzNyxcIkdcIjoxMjUsXCJCXCI6NDl9fSxcIklzVmlzaWJsZVwiOnRydWUsXCJXaWR0aFwiOjAuMCxcIkhlaWdodFwiOjAuMCxcIkJvcmRlclN0eWxlXCI6e1wiJGlkXCI6XCIyOTFcIixcIkxpbmVTdHlsZVwiOntcIiRpZFwiOlwiMjkyXCIsXCJMaW5lQ29sb3JcIjp7XCIkaWRcIjpcIjI5M1wiLFwiQ29sb3JcIjp7XCIkaWRcIjpcIjI5NFwiLFwiQVwiOjI1NSxcIlJcIjoyMzQsXCJHXCI6MjIsXCJCXCI6MzB9fSxcIkxpbmVXZWlnaHRcIjowLjAsXCJMaW5lVHlwZVwiOjB9LFwiSXNWaXNpYmxlXCI6ZmFsc2V9fX0sXCJEZWZhdWx0U3dpbWxhbmVNaWxlc3RvbmVTdHlsZVwiOntcIiRpZFwiOlwiMjk1XCIsXCJUaXRsZVBvc2l0aW9uXCI6MixcIkRhdGVQb3NpdGlvblwiOjAsXCJTaGFwZVR5cGVcIjowLFwiU2hhcGVTaXplXCI6MSxcIlNwYWNpbmdcIjo1LFwiU2hhcGVTdHlsZVwiOntcIiRpZFwiOlwiMjk2XCIsXCJNYXJnaW5cIjp7XCIkaWRcIjpcIjI5N1wiLFwiVG9wXCI6MC4wLFwiTGVmdFwiOjAuMCxcIlJpZ2h0XCI6MC4wLFwiQm90dG9tXCI6MC4wfSxcIlBhZGRpbmdcIjp7XCIkaWRcIjpcIjI5OFwiLFwiVG9wXCI6MC4wLFwiTGVmdFwiOjAuMCxcIlJpZ2h0XCI6MC4wLFwiQm90dG9tXCI6MC4wfSxcIkJhY2tncm91bmRcIjp7XCIkaWRcIjpcIjI5OVwiLFwiQ29sb3JcIjp7XCIkaWRcIjpcIjMwMFwiLFwiQVwiOjI1NSxcIlJcIjoyMzcsXCJHXCI6MTI1LFwiQlwiOjQ5fX0sXCJJc1Zpc2libGVcIjp0cnVlLFwiV2lkdGhcIjoxOC4wLFwiSGVpZ2h0XCI6MjAuMCxcIkJvcmRlclN0eWxlXCI6e1wiJGlkXCI6XCIzMDFcIixcIkxpbmVTdHlsZVwiOntcIiRpZFwiOlwiMzAyXCIsXCJMaW5lQ29sb3JcIjp7XCIkaWRcIjpcIjMwM1wiLFwiQ29sb3JcIjp7XCIkaWRcIjpcIjMwNFwiLFwiQVwiOjI1NSxcIlJcIjoyMzQsXCJHXCI6MjIsXCJCXCI6MzB9fSxcIkxpbmVXZWlnaHRcIjoyLjAsXCJMaW5lVHlwZVwiOjB9LFwiSXNWaXNpYmxlXCI6ZmFsc2V9fSxcIlRpdGxlU3R5bGVcIjp7XCIkaWRcIjpcIjMwNVwiLFwiRm9udFNldHRpbmdzXCI6e1wiJGlkXCI6XCIzMDZcIixcIkZvbnRTaXplXCI6MTEsXCJGb250TmFtZVwiOlwiQ2FsaWJyaVwiLFwiSXNCb2xkXCI6dHJ1ZSxcIklzSXRhbGljXCI6ZmFsc2UsXCJJc1VuZGVybGluZWRcIjpmYWxzZX0sXCJGb3JlZ3JvdW5kXCI6e1wiJGlkXCI6XCIzMDdcIixcIkNvbG9yXCI6e1wiJGlkXCI6XCIzMDhcIixcIkFcIjoyNTUsXCJSXCI6MCxcIkdcIjowLFwiQlwiOjB9fSxcIkhvcml6b250YWxBbGlnbm1lbnRcIjoxLFwiSXNWaXNpYmxlXCI6dHJ1ZX0sXCJEYXRlU3R5bGVcIjp7XCIkaWRcIjpcIjMwOVwiLFwiRm9udFNldHRpbmdzXCI6e1wiJGlkXCI6XCIzMTBcIixcIkZvbnRTaXplXCI6MTAsXCJGb250TmFtZVwiOlwiQ2FsaWJyaVwiLFwiSXNCb2xkXCI6ZmFsc2UsXCJJc0l0YWxpY1wiOmZhbHNlLFwiSXNVbmRlcmxpbmVkXCI6ZmFsc2V9LFwiRm9yZWdyb3VuZFwiOntcIiRpZFwiOlwiMzExXCIsXCJDb2xvclwiOntcIiRpZFwiOlwiMzEyXCIsXCJBXCI6MjU1LFwiUlwiOjY4LFwiR1wiOjg0LFwiQlwiOjEwNn19LFwiSG9yaXpvbnRhbEFsaWdubWVudFwiOjAsXCJJc1Zpc2libGVcIjpmYWxzZX0sXCJEYXRlRm9ybWF0XCI6e1wiJGlkXCI6XCIzMT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E0XCIsXCJGb3JtYXRcIjowLFwiSXNWaXNpYmxlXCI6ZmFsc2UsXCJMYXN0S25vd25WaXNpYmlsaXR5U3RhdGVcIjpmYWxzZX19LFwiRGVmYXVsdFN3aW1sYW5lVGFza1N0eWxlXCI6e1wiJGlkXCI6XCIzMTVcIixcIlNoYXBlXCI6NyxcIlNoYXBlVGhpY2tuZXNzXCI6MCxcIkR1cmF0aW9uRm9ybWF0XCI6MCxcIlBlcmNlbnRhZ2VDb21wbGV0ZVRleHRTdHlsZVwiOntcIiRpZFwiOlwiMzE2XCIsXCJGb250U2V0dGluZ3NcIjp7XCIkaWRcIjpcIjMxN1wiLFwiRm9udFNpemVcIjoxMCxcIkZvbnROYW1lXCI6XCJDYWxpYnJpXCIsXCJJc0JvbGRcIjpmYWxzZSxcIklzSXRhbGljXCI6ZmFsc2UsXCJJc1VuZGVybGluZWRcIjpmYWxzZX0sXCJGb3JlZ3JvdW5kXCI6e1wiJGlkXCI6XCIzMThcIixcIkNvbG9yXCI6e1wiJGlkXCI6XCIzMTlcIixcIkFcIjoyNTUsXCJSXCI6MjM3LFwiR1wiOjEyNSxcIkJcIjo0OX19LFwiSG9yaXpvbnRhbEFsaWdubWVudFwiOjAsXCJJc1Zpc2libGVcIjpmYWxzZX0sXCJQZXJjZW50YWdlQ29tcGxldGVIaWdobGlnaHRTdHlsZVwiOntcIiRpZFwiOlwiMzIwXCIsXCJCYWNrZ3JvdW5kXCI6e1wiJGlkXCI6XCIzMjFcIixcIkNvbG9yXCI6e1wiJGlkXCI6XCIzMjJcIixcIkFcIjo4OSxcIlJcIjowLFwiR1wiOjAsXCJCXCI6MH19fSxcIkR1cmF0aW9uU3R5bGVcIjp7XCIkaWRcIjpcIjMyM1wiLFwiRm9udFNldHRpbmdzXCI6e1wiJGlkXCI6XCIzMjRcIixcIkZvbnRTaXplXCI6MTAsXCJGb250TmFtZVwiOlwiQ2FsaWJyaVwiLFwiSXNCb2xkXCI6ZmFsc2UsXCJJc0l0YWxpY1wiOmZhbHNlLFwiSXNVbmRlcmxpbmVkXCI6ZmFsc2V9LFwiRm9yZWdyb3VuZFwiOntcIiRpZFwiOlwiMzI1XCIsXCJDb2xvclwiOntcIiRpZFwiOlwiMzI2XCIsXCJBXCI6MjU1LFwiUlwiOjIzNyxcIkdcIjoxMjUsXCJCXCI6NDl9fSxcIkhvcml6b250YWxBbGlnbm1lbnRcIjowLFwiSXNWaXNpYmxlXCI6ZmFsc2V9LFwiTWFyZ2luXCI6e1wiJGlkXCI6XCIzMjdcIixcIlRvcFwiOjAuMCxcIkxlZnRcIjowLjAsXCJSaWdodFwiOjAuMCxcIkJvdHRvbVwiOjAuMH0sXCJTdGFydERhdGVQb3NpdGlvblwiOjAsXCJFbmREYXRlUG9zaXRpb25cIjowLFwiVGl0bGVQb3NpdGlvblwiOjIsXCJEdXJhdGlvblBvc2l0aW9uXCI6MCxcIlBlcmNlbnRhZ2VDb21wbGV0ZWRQb3NpdGlvblwiOjAsXCJTcGFjaW5nXCI6MyxcIlNoYXBlU3R5bGVcIjp7XCIkaWRcIjpcIjMyOFwiLFwiTWFyZ2luXCI6e1wiJGlkXCI6XCIzMjlcIixcIlRvcFwiOjAuMCxcIkxlZnRcIjo0LjAsXCJSaWdodFwiOjQuMCxcIkJvdHRvbVwiOjAuMH0sXCJQYWRkaW5nXCI6e1wiJGlkXCI6XCIzMzBcIixcIlRvcFwiOjAuMCxcIkxlZnRcIjowLjAsXCJSaWdodFwiOjAuMCxcIkJvdHRvbVwiOjAuMH0sXCJCYWNrZ3JvdW5kXCI6e1wiJGlkXCI6XCIzMzFcIixcIkNvbG9yXCI6e1wiJGlkXCI6XCIzMzJcIixcIkFcIjoyNTUsXCJSXCI6MjM3LFwiR1wiOjEyNSxcIkJcIjo0OX19LFwiSXNWaXNpYmxlXCI6dHJ1ZSxcIldpZHRoXCI6MC4wLFwiSGVpZ2h0XCI6MTAuMCxcIkJvcmRlclN0eWxlXCI6e1wiJGlkXCI6XCIzMzNcIixcIkxpbmVTdHlsZVwiOntcIiRpZFwiOlwiMzM0XCIsXCJMaW5lQ29sb3JcIjp7XCIkaWRcIjpcIjMzNVwiLFwiQ29sb3JcIjp7XCIkaWRcIjpcIjMzNlwiLFwiQVwiOjI1NSxcIlJcIjoyMzQsXCJHXCI6MjIsXCJCXCI6MzB9fSxcIkxpbmVXZWlnaHRcIjoyLjAsXCJMaW5lVHlwZVwiOjB9LFwiSXNWaXNpYmxlXCI6ZmFsc2V9fSxcIlRpdGxlU3R5bGVcIjp7XCIkaWRcIjpcIjMzN1wiLFwiRm9udFNldHRpbmdzXCI6e1wiJGlkXCI6XCIzMzhcIixcIkZvbnRTaXplXCI6MTEsXCJGb250TmFtZVwiOlwiQ2FsaWJyaVwiLFwiSXNCb2xkXCI6dHJ1ZSxcIklzSXRhbGljXCI6ZmFsc2UsXCJJc1VuZGVybGluZWRcIjpmYWxzZX0sXCJGb3JlZ3JvdW5kXCI6e1wiJGlkXCI6XCIzMzlcIixcIkNvbG9yXCI6e1wiJGlkXCI6XCIzNDBcIixcIkFcIjoyNTUsXCJSXCI6MjU1LFwiR1wiOjI1NSxcIkJcIjoyNTV9fSxcIkhvcml6b250YWxBbGlnbm1lbnRcIjoxLFwiSXNWaXNpYmxlXCI6dHJ1ZX0sXCJEYXRlU3R5bGVcIjp7XCIkaWRcIjpcIjM0MVwiLFwiRm9udFNldHRpbmdzXCI6e1wiJGlkXCI6XCIzNDJcIixcIkZvbnRTaXplXCI6MTAsXCJGb250TmFtZVwiOlwiQ2FsaWJyaVwiLFwiSXNCb2xkXCI6ZmFsc2UsXCJJc0l0YWxpY1wiOmZhbHNlLFwiSXNVbmRlcmxpbmVkXCI6ZmFsc2V9LFwiRm9yZWdyb3VuZFwiOntcIiRpZFwiOlwiMzQzXCIsXCJDb2xvclwiOntcIiRpZFwiOlwiMzQ0XCIsXCJBXCI6MjU1LFwiUlwiOjY4LFwiR1wiOjg0LFwiQlwiOjEwNn19LFwiSG9yaXpvbnRhbEFsaWdubWVudFwiOjAsXCJJc1Zpc2libGVcIjpmYWxzZX0sXCJEYXRlRm9ybWF0XCI6e1wiJGlkXCI6XCIz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Q2XCIsXCJGb3JtYXRcIjowLFwiSXNWaXNpYmxlXCI6ZmFsc2UsXCJMYXN0S25vd25WaXNpYmlsaXR5U3RhdGVcIjpmYWxzZX19LFwiRGVmYXVsdFN3aW1sYW5lTW90U3R5bGVcIjp7XCIkaWRcIjpcIjM0N1wiLFwiU2hhcGVcIjoxNCxcIlNoYXBlU2l6ZVwiOjEsXCJEZXRhaWxzU3BhY2luZ1wiOjEuMCxcIlBhZGRpbmdcIjp7XCIkaWRcIjpcIjM0OFwiLFwiVG9wXCI6Ny4wLFwiTGVmdFwiOjMuMCxcIlJpZ2h0XCI6MC4wLFwiQm90dG9tXCI6Mi4wfSxcIlBvc2l0aW9uT25UYXNrXCI6My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TMyLFwiR1wiOjYwLFwiQlwiOjEyfX0sXCJJc1Zpc2libGVcIjp0cnVlLFwiV2lkdGhcIjoxOC4wLFwiSGVpZ2h0XCI6MjAuMCxcIkJvcmRlclN0eWxlXCI6e1wiJGlkXCI6XCIzNTRcIixcIkxpbmVTdHlsZVwiOntcIiRpZFwiOlwiMzU1XCIsXCJMaW5lQ29sb3JcIjp7XCIkaWRcIjpcIjM1NlwiLFwiQ29sb3JcIjp7XCIkaWRcIjpcIjM1N1wiLFwiQVwiOjI1NSxcIlJcIjoyMzQsXCJHXCI6MjIsXCJCXCI6MzB9fSxcIkxpbmVXZWlnaHRcIjowLjAsXCJMaW5lVHlwZVwiOjB9LFwiSXNWaXNpYmxlXCI6ZmFsc2V9fSxcIlRpdGxlU3R5bGVcIjp7XCIkaWRcIjpcIjM1OFwiLFwiRm9udFNldHRpbmdzXCI6e1wiJGlkXCI6XCIzNTlcIixcIkZvbnRTaXplXCI6MTEsXCJGb250TmFtZVwiOlwiQ2FsaWJyaVwiLFwiSXNCb2xkXCI6dHJ1ZSxcIklzSXRhbGljXCI6ZmFsc2UsXCJJc1VuZGVybGluZWRcIjpmYWxzZX0sXCJGb3JlZ3JvdW5kXCI6e1wiJGlkXCI6XCIzNjBcIixcIkNvbG9yXCI6e1wiJGlkXCI6XCIzNjFcIixcIkFcIjoyNTUsXCJSXCI6MCxcIkdcIjowLFwiQlwiOjB9fSxcIkhvcml6b250YWxBbGlnbm1lbnRcIjoxLFwiSXNWaXNpYmxlXCI6dHJ1ZX0sXCJEYXRlU3R5bGVcIjp7XCIkaWRcIjpcIjM2MlwiLFwiRm9udFNldHRpbmdzXCI6e1wiJGlkXCI6XCIzNjNcIixcIkZvbnRTaXplXCI6MTAsXCJGb250TmFtZVwiOlwiQ2FsaWJyaVwiLFwiSXNCb2xkXCI6ZmFsc2UsXCJJc0l0YWxpY1wiOmZhbHNlLFwiSXNVbmRlcmxpbmVkXCI6ZmFsc2V9LFwiRm9yZWdyb3VuZFwiOntcIiRpZFwiOlwiMzY0XCIsXCJDb2xvclwiOntcIiRpZFwiOlwiMzY1XCIsXCJBXCI6MjU1LFwiUlwiOjY4LFwiR1wiOjg0LFwiQlwiOjEwNn19LFwiSG9yaXpvbnRhbEFsaWdubWVudFwiOjIsXCJJc1Zpc2libGVcIjpmYWxzZX0sXCJEYXRlRm9ybWF0XCI6e1wiJGlkXCI6XCIz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3XCIsXCJGb3JtYXRcIjowLFwiSXNWaXNpYmxlXCI6ZmFsc2UsXCJMYXN0S25vd25WaXNpYmlsaXR5U3RhdGVcIjpmYWxzZX19fSx7XCIkaWRcIjpcIjM2OFwiLFwiU3R5bGVJZFwiOlwiNGM1MDVkMWYtYTAyMS00N2I2LWJlNTUtYTBmMTYwOGY3NGM4XCIsXCJOYW1lXCI6XCJTd2ltbGFuZSBTdHlsZSAzXCIsXCJIZWFkZXJTdHlsZVwiOntcIiRpZFwiOlwiMzY5XCIsXCJUZXh0U3R5bGVcIjp7XCIkaWRcIjpcIjM3MFwiLFwiRm9udFNldHRpbmdzXCI6e1wiJGlkXCI6XCIzNzFcIixcIkZvbnRTaXplXCI6MTIsXCJGb250TmFtZVwiOlwiQ2FsaWJyaVwiLFwiSXNCb2xkXCI6dHJ1ZSxcIklzSXRhbGljXCI6ZmFsc2UsXCJJc1VuZGVybGluZWRcIjpmYWxzZX0sXCJGb3JlZ3JvdW5kXCI6e1wiJGlkXCI6XCIzNzJcIixcIkNvbG9yXCI6e1wiJGlkXCI6XCIzNzNcIixcIkFcIjoyNTUsXCJSXCI6MjU1LFwiR1wiOjI1NSxcIkJcIjoyNTV9fSxcIkhvcml6b250YWxBbGlnbm1lbnRcIjowLFwiSXNWaXNpYmxlXCI6ZmFsc2V9LFwiUmVjdGFuZ2xlU3R5bGVcIjp7XCIkaWRcIjpcIjM3NFwiLFwiTWFyZ2luXCI6e1wiJGlkXCI6XCIzNzVcIixcIlRvcFwiOjAuMCxcIkxlZnRcIjowLjAsXCJSaWdodFwiOjAuMCxcIkJvdHRvbVwiOjAuMH0sXCJQYWRkaW5nXCI6e1wiJGlkXCI6XCIzNzZcIixcIlRvcFwiOjAuMCxcIkxlZnRcIjowLjAsXCJSaWdodFwiOjAuMCxcIkJvdHRvbVwiOjAuMH0sXCJCYWNrZ3JvdW5kXCI6e1wiJGlkXCI6XCIzNzdcIixcIkNvbG9yXCI6e1wiJGlkXCI6XCIzNzhcIixcIkFcIjoyNTUsXCJSXCI6MTEyLFwiR1wiOjE3MyxcIkJcIjo3MX19LFwiSXNWaXNpYmxlXCI6ZmFsc2UsXCJXaWR0aFwiOjAuMCxcIkhlaWdodFwiOjAuMCxcIkJvcmRlclN0eWxlXCI6e1wiJGlkXCI6XCIzNzlcIixcIkxpbmVTdHlsZVwiOntcIiRpZFwiOlwiMzgwXCIsXCJMaW5lQ29sb3JcIjp7XCIkaWRcIjpcIjM4MVwiLFwiQ29sb3JcIjp7XCIkaWRcIjpcIjM4MlwiLFwiQVwiOjI1NSxcIlJcIjo1NSxcIkdcIjo1NSxcIkJcIjo1NX19LFwiTGluZVdlaWdodFwiOjAuMCxcIkxpbmVUeXBlXCI6MH0sXCJJc1Zpc2libGVcIjpmYWxzZX19fSxcIkJhY2tncm91bmRTdHlsZVwiOntcIiRpZFwiOlwiMzgzXCIsXCJNYXJnaW5cIjp7XCIkaWRcIjpcIjM4NFwiLFwiVG9wXCI6MC4wLFwiTGVmdFwiOjAuMCxcIlJpZ2h0XCI6MC4wLFwiQm90dG9tXCI6MC4wfSxcIlBhZGRpbmdcIjp7XCIkaWRcIjpcIjM4NVwiLFwiVG9wXCI6MC4wLFwiTGVmdFwiOjAuMCxcIlJpZ2h0XCI6MC4wLFwiQm90dG9tXCI6MC4wfSxcIkJhY2tncm91bmRcIjp7XCIkaWRcIjpcIjM4NlwiLFwiQ29sb3JcIjp7XCIkaWRcIjpcIjM4N1wiLFwiQVwiOjM4LFwiUlwiOjExMixcIkdcIjoxNzMsXCJCXCI6NzF9fSxcIklzVmlzaWJsZVwiOnRydWUsXCJXaWR0aFwiOjAuMCxcIkhlaWdodFwiOjAuMCxcIkJvcmRlclN0eWxlXCI6e1wiJGlkXCI6XCIzODhcIixcIkxpbmVTdHlsZVwiOntcIiRpZFwiOlwiMzg5XCIsXCJMaW5lQ29sb3JcIjp7XCIkaWRcIjpcIjM5MFwiLFwiQ29sb3JcIjp7XCIkaWRcIjpcIjM5MVwiLFwiQVwiOjI1NSxcIlJcIjoyMzQsXCJHXCI6MjIsXCJCXCI6MzB9fSxcIkxpbmVXZWlnaHRcIjowLjAsXCJMaW5lVHlwZVwiOjB9LFwiSXNWaXNpYmxlXCI6ZmFsc2V9fSxcIklzQWJvdmVUaW1lYmFuZFwiOmZhbHNlLFwiU3BhY2luZ1wiOjUsXCJEZWZhdWx0U3dpbWxhbmVBY3Rpdml0eVN0eWxlXCI6e1wiJGlkXCI6XCIzOTJcIixcIkhlYWRlclN0eWxlXCI6e1wiJGlkXCI6XCIzOTNcIixcIlRleHRTdHlsZVwiOntcIiRpZFwiOlwiMzk0XCIsXCJGb250U2V0dGluZ3NcIjp7XCIkaWRcIjpcIjM5NVwiLFwiRm9udFNpemVcIjoxMSxcIkZvbnROYW1lXCI6XCJDYWxpYnJpXCIsXCJJc0JvbGRcIjpmYWxzZSxcIklzSXRhbGljXCI6ZmFsc2UsXCJJc1VuZGVybGluZWRcIjpmYWxzZX0sXCJGb3JlZ3JvdW5kXCI6e1wiJGlkXCI6XCIzOTZcIixcIkNvbG9yXCI6e1wiJGlkXCI6XCIzOTdcIixcIkFcIjoyNTUsXCJSXCI6MCxcIkdcIjowLFwiQlwiOjB9fSxcIkhvcml6b250YWxBbGlnbm1lbnRcIjowLFwiSXNWaXNpYmxlXCI6dHJ1ZX0sXCJSZWN0YW5nbGVTdHlsZVwiOntcIiRpZFwiOlwiMzk4XCIsXCJNYXJnaW5cIjp7XCIkaWRcIjpcIjM5OVwiLFwiVG9wXCI6MC4wLFwiTGVmdFwiOjAuMCxcIlJpZ2h0XCI6MC4wLFwiQm90dG9tXCI6MC4wfSxcIlBhZGRpbmdcIjp7XCIkaWRcIjpcIjQwMFwiLFwiVG9wXCI6MC4wLFwiTGVmdFwiOjAuMCxcIlJpZ2h0XCI6MC4wLFwiQm90dG9tXCI6MC4wfSxcIkJhY2tncm91bmRcIjp7XCIkaWRcIjpcIjQwMVwiLFwiQ29sb3JcIjp7XCIkaWRcIjpcIjQwMlwiLFwiQVwiOjYzLFwiUlwiOjExMixcIkdcIjoxNzMsXCJCXCI6NzF9fSxcIklzVmlzaWJsZVwiOnRydWUsXCJXaWR0aFwiOjAuMCxcIkhlaWdodFwiOjAuMCxcIkJvcmRlclN0eWxlXCI6e1wiJGlkXCI6XCI0MDNcIixcIkxpbmVTdHlsZVwiOntcIiRpZFwiOlwiNDA0XCIsXCJMaW5lQ29sb3JcIjp7XCIkaWRcIjpcIjQwNVwiLFwiQ29sb3JcIjp7XCIkaWRcIjpcIjQwNlwiLFwiQVwiOjI1NSxcIlJcIjoyNTUsXCJHXCI6MCxcIkJcIjowfX0sXCJMaW5lV2VpZ2h0XCI6MC4wLFwiTGluZVR5cGVcIjowfSxcIklzVmlzaWJsZVwiOmZhbHNlfX19LFwiQmFja2dyb3VuZFN0eWxlXCI6e1wiJGlkXCI6XCI0MDdcIixcIk1hcmdpblwiOntcIiRpZFwiOlwiNDA4XCIsXCJUb3BcIjowLjAsXCJMZWZ0XCI6MC4wLFwiUmlnaHRcIjowLjAsXCJCb3R0b21cIjowLjB9LFwiUGFkZGluZ1wiOntcIiRpZFwiOlwiNDA5XCIsXCJUb3BcIjowLjAsXCJMZWZ0XCI6MC4wLFwiUmlnaHRcIjowLjAsXCJCb3R0b21cIjowLjB9LFwiQmFja2dyb3VuZFwiOntcIiRpZFwiOlwiNDEwXCIsXCJDb2xvclwiOntcIiRpZFwiOlwiNDExXCIsXCJBXCI6MzgsXCJSXCI6MTEyLFwiR1wiOjE3MyxcIkJcIjo3MX19LFwiSXNWaXNpYmxlXCI6dHJ1ZSxcIldpZHRoXCI6MC4wLFwiSGVpZ2h0XCI6MC4wLFwiQm9yZGVyU3R5bGVcIjp7XCIkaWRcIjpcIjQxMlwiLFwiTGluZVN0eWxlXCI6e1wiJGlkXCI6XCI0MTNcIixcIkxpbmVDb2xvclwiOntcIiRpZFwiOlwiNDE0XCIsXCJDb2xvclwiOntcIiRpZFwiOlwiNDE1XCIsXCJBXCI6MjU1LFwiUlwiOjIzNCxcIkdcIjoyMixcIkJcIjozMH19LFwiTGluZVdlaWdodFwiOjAuMCxcIkxpbmVUeXBlXCI6MH0sXCJJc1Zpc2libGVcIjpmYWxzZX19fSxcIkRlZmF1bHRTd2ltbGFuZU1pbGVzdG9uZVN0eWxlXCI6e1wiJGlkXCI6XCI0MTZcIixcIlRpdGxlUG9zaXRpb25cIjoyLFwiRGF0ZVBvc2l0aW9uXCI6MCxcIlNoYXBlVHlwZVwiOjAsXCJTaGFwZVNpemVcIjoxLFwiU3BhY2luZ1wiOjUsXCJTaGFwZVN0eWxlXCI6e1wiJGlkXCI6XCI0MTdcIixcIk1hcmdpblwiOntcIiRpZFwiOlwiNDE4XCIsXCJUb3BcIjowLjAsXCJMZWZ0XCI6MC4wLFwiUmlnaHRcIjowLjAsXCJCb3R0b21cIjowLjB9LFwiUGFkZGluZ1wiOntcIiRpZFwiOlwiNDE5XCIsXCJUb3BcIjowLjAsXCJMZWZ0XCI6MC4wLFwiUmlnaHRcIjowLjAsXCJCb3R0b21cIjowLjB9LFwiQmFja2dyb3VuZFwiOntcIiRpZFwiOlwiNDIwXCIsXCJDb2xvclwiOntcIiRpZFwiOlwiNDIxXCIsXCJBXCI6MjU1LFwiUlwiOjExMixcIkdcIjoxNzMsXCJCXCI6NzF9fSxcIklzVmlzaWJsZVwiOnRydWUsXCJXaWR0aFwiOjE4LjAsXCJIZWlnaHRcIjoyMC4wLFwiQm9yZGVyU3R5bGVcIjp7XCIkaWRcIjpcIjQyMlwiLFwiTGluZVN0eWxlXCI6e1wiJGlkXCI6XCI0MjNcIixcIkxpbmVDb2xvclwiOntcIiRpZFwiOlwiNDI0XCIsXCJDb2xvclwiOntcIiRpZFwiOlwiNDI1XCIsXCJBXCI6MjU1LFwiUlwiOjIzNCxcIkdcIjoyMixcIkJcIjozMH19LFwiTGluZVdlaWdodFwiOjIuMCxcIkxpbmVUeXBlXCI6MH0sXCJJc1Zpc2libGVcIjpmYWxzZX19LFwiVGl0bGVTdHlsZVwiOntcIiRpZFwiOlwiNDI2XCIsXCJGb250U2V0dGluZ3NcIjp7XCIkaWRcIjpcIjQyN1wiLFwiRm9udFNpemVcIjoxMSxcIkZvbnROYW1lXCI6XCJDYWxpYnJpXCIsXCJJc0JvbGRcIjp0cnVlLFwiSXNJdGFsaWNcIjpmYWxzZSxcIklzVW5kZXJsaW5lZFwiOmZhbHNlfSxcIkZvcmVncm91bmRcIjp7XCIkaWRcIjpcIjQyOFwiLFwiQ29sb3JcIjp7XCIkaWRcIjpcIjQyOVwiLFwiQVwiOjI1NSxcIlJcIjowLFwiR1wiOjAsXCJCXCI6MH19LFwiSG9yaXpvbnRhbEFsaWdubWVudFwiOjEsXCJJc1Zpc2libGVcIjp0cnVlfSxcIkRhdGVTdHlsZVwiOntcIiRpZFwiOlwiNDMwXCIsXCJGb250U2V0dGluZ3NcIjp7XCIkaWRcIjpcIjQzMVwiLFwiRm9udFNpemVcIjoxMCxcIkZvbnROYW1lXCI6XCJDYWxpYnJpXCIsXCJJc0JvbGRcIjpmYWxzZSxcIklzSXRhbGljXCI6ZmFsc2UsXCJJc1VuZGVybGluZWRcIjpmYWxzZX0sXCJGb3JlZ3JvdW5kXCI6e1wiJGlkXCI6XCI0MzJcIixcIkNvbG9yXCI6e1wiJGlkXCI6XCI0MzNcIixcIkFcIjoyNTUsXCJSXCI6NjgsXCJHXCI6ODQsXCJCXCI6MTA2fX0sXCJIb3Jpem9udGFsQWxpZ25tZW50XCI6MCxcIklzVmlzaWJsZVwiOmZhbHNlfSxcIkRhdGVGb3JtYXRcIjp7XCIkaWRcIjpcIjQz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VcIixcIkZvcm1hdFwiOjAsXCJJc1Zpc2libGVcIjpmYWxzZSxcIkxhc3RLbm93blZpc2liaWxpdHlTdGF0ZVwiOmZhbHNlfX0sXCJEZWZhdWx0U3dpbWxhbmVUYXNrU3R5bGVcIjp7XCIkaWRcIjpcIjQzNlwiLFwiU2hhcGVcIjo3LFwiU2hhcGVUaGlja25lc3NcIjowLFwiRHVyYXRpb25Gb3JtYXRcIjo1LFwiUGVyY2VudGFnZUNvbXBsZXRlVGV4dFN0eWxlXCI6e1wiJGlkXCI6XCI0MzdcIixcIkZvbnRTZXR0aW5nc1wiOntcIiRpZFwiOlwiNDM4XCIsXCJGb250U2l6ZVwiOjEwLFwiRm9udE5hbWVcIjpcIkNhbGlicmlcIixcIklzQm9sZFwiOnRydWUsXCJJc0l0YWxpY1wiOmZhbHNlLFwiSXNVbmRlcmxpbmVkXCI6ZmFsc2V9LFwiRm9yZWdyb3VuZFwiOntcIiRpZFwiOlwiNDM5XCIsXCJDb2xvclwiOntcIiRpZFwiOlwiNDQwXCIsXCJBXCI6MjU1LFwiUlwiOjU2LFwiR1wiOjg3LFwiQlwiOjM1fX0sXCJIb3Jpem9udGFsQWxpZ25tZW50XCI6MixcIklzVmlzaWJsZVwiOnRydWV9LFwiUGVyY2VudGFnZUNvbXBsZXRlSGlnaGxpZ2h0U3R5bGVcIjp7XCIkaWRcIjpcIjQ0MVwiLFwiQmFja2dyb3VuZFwiOntcIiRpZFwiOlwiNDQyXCIsXCJDb2xvclwiOntcIiRpZFwiOlwiNDQzXCIsXCJBXCI6ODksXCJSXCI6MCxcIkdcIjowLFwiQlwiOjB9fX0sXCJEdXJhdGlvblN0eWxlXCI6e1wiJGlkXCI6XCI0NDRcIixcIkZvbnRTZXR0aW5nc1wiOntcIiRpZFwiOlwiNDQ1XCIsXCJGb250U2l6ZVwiOjEwLFwiRm9udE5hbWVcIjpcIkNhbGlicmlcIixcIklzQm9sZFwiOnRydWUsXCJJc0l0YWxpY1wiOmZhbHNlLFwiSXNVbmRlcmxpbmVkXCI6ZmFsc2V9LFwiRm9yZWdyb3VuZFwiOntcIiRpZFwiOlwiNDQ2XCIsXCJDb2xvclwiOntcIiRpZFwiOlwiNDQ3XCIsXCJBXCI6MjU1LFwiUlwiOjU2LFwiR1wiOjg3LFwiQlwiOjM1fX0sXCJIb3Jpem9udGFsQWxpZ25tZW50XCI6MCxcIklzVmlzaWJsZVwiOnRydWV9LFwiTWFyZ2luXCI6e1wiJGlkXCI6XCI0NDhcIixcIlRvcFwiOjAuMCxcIkxlZnRcIjowLjAsXCJSaWdodFwiOjAuMCxcIkJvdHRvbVwiOjAuMH0sXCJTdGFydERhdGVQb3NpdGlvblwiOjAsXCJFbmREYXRlUG9zaXRpb25cIjowLFwiVGl0bGVQb3NpdGlvblwiOjEsXCJEdXJhdGlvblBvc2l0aW9uXCI6MCxcIlBlcmNlbnRhZ2VDb21wbGV0ZWRQb3NpdGlvblwiOjMsXCJTcGFjaW5nXCI6MyxcIlNoYXBlU3R5bGVcIjp7XCIkaWRcIjpcIjQ0OVwiLFwiTWFyZ2luXCI6e1wiJGlkXCI6XCI0NTBcIixcIlRvcFwiOjAuMCxcIkxlZnRcIjo0LjAsXCJSaWdodFwiOjQuMCxcIkJvdHRvbVwiOjAuMH0sXCJQYWRkaW5nXCI6e1wiJGlkXCI6XCI0NTFcIixcIlRvcFwiOjAuMCxcIkxlZnRcIjowLjAsXCJSaWdodFwiOjAuMCxcIkJvdHRvbVwiOjAuMH0sXCJCYWNrZ3JvdW5kXCI6e1wiJGlkXCI6XCI0NTJcIixcIkNvbG9yXCI6e1wiJGlkXCI6XCI0NTNcIixcIkFcIjoyNTUsXCJSXCI6MTEyLFwiR1wiOjE3MyxcIkJcIjo3MX19LFwiSXNWaXNpYmxlXCI6dHJ1ZSxcIldpZHRoXCI6MC4wLFwiSGVpZ2h0XCI6MTAuMCxcIkJvcmRlclN0eWxlXCI6e1wiJGlkXCI6XCI0NTRcIixcIkxpbmVTdHlsZVwiOntcIiRpZFwiOlwiNDU1XCIsXCJMaW5lQ29sb3JcIjp7XCIkaWRcIjpcIjQ1NlwiLFwiQ29sb3JcIjp7XCIkaWRcIjpcIjQ1N1wiLFwiQVwiOjI1NSxcIlJcIjoyMzQsXCJHXCI6MjIsXCJCXCI6MzB9fSxcIkxpbmVXZWlnaHRcIjoyLjAsXCJMaW5lVHlwZVwiOjB9LFwiSXNWaXNpYmxlXCI6ZmFsc2V9fSxcIlRpdGxlU3R5bGVcIjp7XCIkaWRcIjpcIjQ1OFwiLFwiRm9udFNldHRpbmdzXCI6e1wiJGlkXCI6XCI0NTlcIixcIkZvbnRTaXplXCI6MTEsXCJGb250TmFtZVwiOlwiQ2FsaWJyaVwiLFwiSXNCb2xkXCI6dHJ1ZSxcIklzSXRhbGljXCI6ZmFsc2UsXCJJc1VuZGVybGluZWRcIjpmYWxzZX0sXCJGb3JlZ3JvdW5kXCI6e1wiJGlkXCI6XCI0NjBcIixcIkNvbG9yXCI6e1wiJGlkXCI6XCI0NjFcIixcIkFcIjoyNTUsXCJSXCI6MCxcIkdcIjowLFwiQlwiOjB9fSxcIkhvcml6b250YWxBbGlnbm1lbnRcIjowLFwiSXNWaXNpYmxlXCI6dHJ1ZX0sXCJEYXRlU3R5bGVcIjp7XCIkaWRcIjpcIjQ2MlwiLFwiRm9udFNldHRpbmdzXCI6e1wiJGlkXCI6XCI0NjNcIixcIkZvbnRTaXplXCI6MTAsXCJGb250TmFtZVwiOlwiQ2FsaWJyaVwiLFwiSXNCb2xkXCI6ZmFsc2UsXCJJc0l0YWxpY1wiOmZhbHNlLFwiSXNVbmRlcmxpbmVkXCI6ZmFsc2V9LFwiRm9yZWdyb3VuZFwiOntcIiRpZFwiOlwiNDY0XCIsXCJDb2xvclwiOntcIiRpZFwiOlwiNDY1XCIsXCJBXCI6MjU1LFwiUlwiOjY4LFwiR1wiOjg0LFwiQlwiOjEwNn19LFwiSG9yaXpvbnRhbEFsaWdubWVudFwiOjAsXCJJc1Zpc2libGVcIjpmYWxzZX0sXCJEYXRlRm9ybWF0XCI6e1wiJGlkXCI6XCI0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Y3XCIsXCJGb3JtYXRcIjowLFwiSXNWaXNpYmxlXCI6ZmFsc2UsXCJMYXN0S25vd25WaXNpYmlsaXR5U3RhdGVcIjpmYWxzZX19LFwiRGVmYXVsdFN3aW1sYW5lTW90U3R5bGVcIjp7XCIkaWRcIjpcIjQ2OFwiLFwiU2hhcGVcIjoxNCxcIlNoYXBlU2l6ZVwiOjEsXCJEZXRhaWxzU3BhY2luZ1wiOjEuMCxcIlBhZGRpbmdcIjp7XCIkaWRcIjpcIjQ2OVwiLFwiVG9wXCI6Ny4wLFwiTGVmdFwiOjMuMCxcIlJpZ2h0XCI6MC4wLFwiQm90dG9tXCI6Mi4wfSxcIlBvc2l0aW9uT25UYXNrXCI6MyxcIlNoYXBlU3R5bGVcIjp7XCIkaWRcIjpcIjQ3MFwiLFwiTWFyZ2luXCI6e1wiJGlkXCI6XCI0NzFcIixcIlRvcFwiOjAuMCxcIkxlZnRcIjowLjAsXCJSaWdodFwiOjAuMCxcIkJvdHRvbVwiOjAuMH0sXCJQYWRkaW5nXCI6e1wiJGlkXCI6XCI0NzJcIixcIlRvcFwiOjAuMCxcIkxlZnRcIjowLjAsXCJSaWdodFwiOjAuMCxcIkJvdHRvbVwiOjAuMH0sXCJCYWNrZ3JvdW5kXCI6e1wiJGlkXCI6XCI0NzNcIixcIkNvbG9yXCI6e1wiJGlkXCI6XCI0NzRcIixcIkFcIjoyNTUsXCJSXCI6NTYsXCJHXCI6ODcsXCJCXCI6MzV9fSxcIklzVmlzaWJsZVwiOnRydWUsXCJXaWR0aFwiOjE4LjAsXCJIZWlnaHRcIjoyMC4wLFwiQm9yZGVyU3R5bGVcIjp7XCIkaWRcIjpcIjQ3NVwiLFwiTGluZVN0eWxlXCI6e1wiJGlkXCI6XCI0NzZcIixcIkxpbmVDb2xvclwiOntcIiRpZFwiOlwiNDc3XCIsXCJDb2xvclwiOntcIiRpZFwiOlwiNDc4XCIsXCJBXCI6MjU1LFwiUlwiOjIzNCxcIkdcIjoyMixcIkJcIjozMH19LFwiTGluZVdlaWdodFwiOjAuMCxcIkxpbmVUeXBlXCI6MH0sXCJJc1Zpc2libGVcIjpmYWxzZX19LFwiVGl0bGVTdHlsZVwiOntcIiRpZFwiOlwiNDc5XCIsXCJGb250U2V0dGluZ3NcIjp7XCIkaWRcIjpcIjQ4MFwiLFwiRm9udFNpemVcIjoxMSxcIkZvbnROYW1lXCI6XCJDYWxpYnJpXCIsXCJJc0JvbGRcIjp0cnVlLFwiSXNJdGFsaWNcIjpmYWxzZSxcIklzVW5kZXJsaW5lZFwiOmZhbHNlfSxcIkZvcmVncm91bmRcIjp7XCIkaWRcIjpcIjQ4MVwiLFwiQ29sb3JcIjp7XCIkaWRcIjpcIjQ4MlwiLFwiQVwiOjI1NSxcIlJcIjowLFwiR1wiOjAsXCJCXCI6MH19LFwiSG9yaXpvbnRhbEFsaWdubWVudFwiOjEsXCJJc1Zpc2libGVcIjp0cnVlfSxcIkRhdGVTdHlsZVwiOntcIiRpZFwiOlwiNDgzXCIsXCJGb250U2V0dGluZ3NcIjp7XCIkaWRcIjpcIjQ4NFwiLFwiRm9udFNpemVcIjoxMCxcIkZvbnROYW1lXCI6XCJDYWxpYnJpXCIsXCJJc0JvbGRcIjpmYWxzZSxcIklzSXRhbGljXCI6ZmFsc2UsXCJJc1VuZGVybGluZWRcIjpmYWxzZX0sXCJGb3JlZ3JvdW5kXCI6e1wiJGlkXCI6XCI0ODVcIixcIkNvbG9yXCI6e1wiJGlkXCI6XCI0ODZcIixcIkFcIjoyNTUsXCJSXCI6NjgsXCJHXCI6ODQsXCJCXCI6MTA2fX0sXCJIb3Jpem9udGFsQWxpZ25tZW50XCI6MSxcIklzVmlzaWJsZVwiOnRydWV9LFwiRGF0ZUZvcm1hdFwiOntcIiRpZFwiOlwiNDg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4OFwiLFwiRm9ybWF0XCI6MCxcIklzVmlzaWJsZVwiOmZhbHNlLFwiTGFzdEtub3duVmlzaWJpbGl0eVN0YXRlXCI6ZmFsc2V9fX0se1wiJGlkXCI6XCI0ODlcIixcIlN0eWxlSWRcIjpcIjJjN2ZjN2NlLWRjZTMtNDE0My04NDc4LWE5MGQ4MDlmYTNiY1wiLFwiTmFtZVwiOlwiU3dpbWxhbmUgU3R5bGUgNFwiLFwiSGVhZGVyU3R5bGVcIjp7XCIkaWRcIjpcIjQ5MFwiLFwiVGV4dFN0eWxlXCI6e1wiJGlkXCI6XCI0OTFcIixcIkZvbnRTZXR0aW5nc1wiOntcIiRpZFwiOlwiNDkyXCIsXCJGb250U2l6ZVwiOjEyLFwiRm9udE5hbWVcIjpcIkNhbGlicmlcIixcIklzQm9sZFwiOnRydWUsXCJJc0l0YWxpY1wiOmZhbHNlLFwiSXNVbmRlcmxpbmVkXCI6ZmFsc2V9LFwiRm9yZWdyb3VuZFwiOntcIiRpZFwiOlwiNDkzXCIsXCJDb2xvclwiOntcIiRpZFwiOlwiNDk0XCIsXCJBXCI6MjU1LFwiUlwiOjI1NSxcIkdcIjoyNTUsXCJCXCI6MjU1fX0sXCJIb3Jpem9udGFsQWxpZ25tZW50XCI6MCxcIklzVmlzaWJsZVwiOmZhbHNlfSxcIlJlY3RhbmdsZVN0eWxlXCI6e1wiJGlkXCI6XCI0OTVcIixcIk1hcmdpblwiOntcIiRpZFwiOlwiNDk2XCIsXCJUb3BcIjowLjAsXCJMZWZ0XCI6MC4wLFwiUmlnaHRcIjowLjAsXCJCb3R0b21cIjowLjB9LFwiUGFkZGluZ1wiOntcIiRpZFwiOlwiNDk3XCIsXCJUb3BcIjowLjAsXCJMZWZ0XCI6MC4wLFwiUmlnaHRcIjowLjAsXCJCb3R0b21cIjowLjB9LFwiQmFja2dyb3VuZFwiOntcIiRpZFwiOlwiNDk4XCIsXCJDb2xvclwiOntcIiRpZFwiOlwiNDk5XCIsXCJBXCI6MjU1LFwiUlwiOjY4LFwiR1wiOjExNCxcIkJcIjoxOTZ9fSxcIklzVmlzaWJsZVwiOmZhbHNlLFwiV2lkdGhcIjowLjAsXCJIZWlnaHRcIjowLjAsXCJCb3JkZXJTdHlsZVwiOntcIiRpZFwiOlwiNTAwXCIsXCJMaW5lU3R5bGVcIjp7XCIkaWRcIjpcIjUwMVwiLFwiTGluZUNvbG9yXCI6e1wiJGlkXCI6XCI1MDJcIixcIkNvbG9yXCI6e1wiJGlkXCI6XCI1MDNcIixcIkFcIjoyNTUsXCJSXCI6ODgsXCJHXCI6MzksXCJCXCI6N319LFwiTGluZVdlaWdodFwiOjAuMCxcIkxpbmVUeXBlXCI6MH0sXCJJc1Zpc2libGVcIjpmYWxzZX19fSxcIkJhY2tncm91bmRTdHlsZVwiOntcIiRpZFwiOlwiNTA0XCIsXCJNYXJnaW5cIjp7XCIkaWRcIjpcIjUwNVwiLFwiVG9wXCI6MC4wLFwiTGVmdFwiOjAuMCxcIlJpZ2h0XCI6MC4wLFwiQm90dG9tXCI6MC4wfSxcIlBhZGRpbmdcIjp7XCIkaWRcIjpcIjUwNlwiLFwiVG9wXCI6MC4wLFwiTGVmdFwiOjAuMCxcIlJpZ2h0XCI6MC4wLFwiQm90dG9tXCI6MC4wfSxcIkJhY2tncm91bmRcIjp7XCIkaWRcIjpcIjUwN1wiLFwiQ29sb3JcIjp7XCIkaWRcIjpcIjUwOFwiLFwiQVwiOjM4LFwiUlwiOjY4LFwiR1wiOjExNCxcIkJcIjoxOTZ9fSxcIklzVmlzaWJsZVwiOnRydWUsXCJXaWR0aFwiOjAuMCxcIkhlaWdodFwiOjAuMCxcIkJvcmRlclN0eWxlXCI6e1wiJGlkXCI6XCI1MDlcIixcIkxpbmVTdHlsZVwiOntcIiRpZFwiOlwiNTEwXCIsXCJMaW5lQ29sb3JcIjp7XCIkaWRcIjpcIjUxMVwiLFwiQ29sb3JcIjp7XCIkaWRcIjpcIjUxMlwiLFwiQVwiOjI1NSxcIlJcIjoyMzQsXCJHXCI6MjIsXCJCXCI6MzB9fSxcIkxpbmVXZWlnaHRcIjowLjAsXCJMaW5lVHlwZVwiOjB9LFwiSXNWaXNpYmxlXCI6ZmFsc2V9fSxcIklzQWJvdmVUaW1lYmFuZFwiOmZhbHNlLFwiU3BhY2luZ1wiOjUsXCJEZWZhdWx0U3dpbWxhbmVBY3Rpdml0eVN0eWxlXCI6e1wiJGlkXCI6XCI1MTNcIixcIkhlYWRlclN0eWxlXCI6e1wiJGlkXCI6XCI1MTRcIixcIlRleHRTdHlsZVwiOntcIiRpZFwiOlwiNTE1XCIsXCJGb250U2V0dGluZ3NcIjp7XCIkaWRcIjpcIjUxNlwiLFwiRm9udFNpemVcIjoxMSxcIkZvbnROYW1lXCI6XCJDYWxpYnJpXCIsXCJJc0JvbGRcIjpmYWxzZSxcIklzSXRhbGljXCI6ZmFsc2UsXCJJc1VuZGVybGluZWRcIjpmYWxzZX0sXCJGb3JlZ3JvdW5kXCI6e1wiJGlkXCI6XCI1MTdcIixcIkNvbG9yXCI6e1wiJGlkXCI6XCI1MThcIixcIkFcIjoyNTUsXCJSXCI6MCxcIkdcIjowLFwiQlwiOjB9fSxcIkhvcml6b250YWxBbGlnbm1lbnRcIjowLFwiSXNWaXNpYmxlXCI6dHJ1ZX0sXCJSZWN0YW5nbGVTdHlsZVwiOntcIiRpZFwiOlwiNTE5XCIsXCJNYXJnaW5cIjp7XCIkaWRcIjpcIjUyMFwiLFwiVG9wXCI6MC4wLFwiTGVmdFwiOjAuMCxcIlJpZ2h0XCI6MC4wLFwiQm90dG9tXCI6MC4wfSxcIlBhZGRpbmdcIjp7XCIkaWRcIjpcIjUyMVwiLFwiVG9wXCI6MC4wLFwiTGVmdFwiOjAuMCxcIlJpZ2h0XCI6MC4wLFwiQm90dG9tXCI6MC4wfSxcIkJhY2tncm91bmRcIjp7XCIkaWRcIjpcIjUyMlwiLFwiQ29sb3JcIjp7XCIkaWRcIjpcIjUyM1wiLFwiQVwiOjYzLFwiUlwiOjY4LFwiR1wiOjExNCxcIkJcIjoxOTZ9fSxcIklzVmlzaWJsZVwiOnRydWUsXCJXaWR0aFwiOjAuMCxcIkhlaWdodFwiOjAuMCxcIkJvcmRlclN0eWxlXCI6e1wiJGlkXCI6XCI1MjRcIixcIkxpbmVTdHlsZVwiOntcIiRpZFwiOlwiNTI1XCIsXCJMaW5lQ29sb3JcIjp7XCIkaWRcIjpcIjUyNlwiLFwiQ29sb3JcIjp7XCIkaWRcIjpcIjUyN1wiLFwiQVwiOjI1NSxcIlJcIjoyNTUsXCJHXCI6MCxcIkJcIjowfX0sXCJMaW5lV2VpZ2h0XCI6MC4wLFwiTGluZVR5cGVcIjowfSxcIklzVmlzaWJsZVwiOmZhbHNlfX19LFwiQmFja2dyb3VuZFN0eWxlXCI6e1wiJGlkXCI6XCI1MjhcIixcIk1hcmdpblwiOntcIiRpZFwiOlwiNTI5XCIsXCJUb3BcIjowLjAsXCJMZWZ0XCI6MC4wLFwiUmlnaHRcIjowLjAsXCJCb3R0b21cIjowLjB9LFwiUGFkZGluZ1wiOntcIiRpZFwiOlwiNTMwXCIsXCJUb3BcIjowLjAsXCJMZWZ0XCI6MC4wLFwiUmlnaHRcIjowLjAsXCJCb3R0b21cIjowLjB9LFwiQmFja2dyb3VuZFwiOntcIiRpZFwiOlwiNTMxXCIsXCJDb2xvclwiOntcIiRpZFwiOlwiNTMyXCIsXCJBXCI6MzgsXCJSXCI6NjgsXCJHXCI6MTE0LFwiQlwiOjE5Nn19LFwiSXNWaXNpYmxlXCI6dHJ1ZSxcIldpZHRoXCI6MC4wLFwiSGVpZ2h0XCI6MC4wLFwiQm9yZGVyU3R5bGVcIjp7XCIkaWRcIjpcIjUzM1wiLFwiTGluZVN0eWxlXCI6e1wiJGlkXCI6XCI1MzRcIixcIkxpbmVDb2xvclwiOntcIiRpZFwiOlwiNTM1XCIsXCJDb2xvclwiOntcIiRpZFwiOlwiNTM2XCIsXCJBXCI6MjU1LFwiUlwiOjIzNCxcIkdcIjoyMixcIkJcIjozMH19LFwiTGluZVdlaWdodFwiOjAuMCxcIkxpbmVUeXBlXCI6MH0sXCJJc1Zpc2libGVcIjpmYWxzZX19fSxcIkRlZmF1bHRTd2ltbGFuZU1pbGVzdG9uZVN0eWxlXCI6e1wiJGlkXCI6XCI1MzdcIixcIlRpdGxlUG9zaXRpb25cIjowLFwiRGF0ZVBvc2l0aW9uXCI6MCxcIlNoYXBlVHlwZVwiOjYsXCJTaGFwZVNpemVcIjoxLFwiU3BhY2luZ1wiOjUsXCJTaGFwZVN0eWxlXCI6e1wiJGlkXCI6XCI1MzhcIixcIk1hcmdpblwiOntcIiRpZFwiOlwiNTM5XCIsXCJUb3BcIjowLjAsXCJMZWZ0XCI6MC4wLFwiUmlnaHRcIjowLjAsXCJCb3R0b21cIjowLjB9LFwiUGFkZGluZ1wiOntcIiRpZFwiOlwiNTQwXCIsXCJUb3BcIjowLjAsXCJMZWZ0XCI6MC4wLFwiUmlnaHRcIjowLjAsXCJCb3R0b21cIjowLjB9LFwiQmFja2dyb3VuZFwiOntcIiRpZFwiOlwiNTQxXCIsXCJDb2xvclwiOntcIiRpZFwiOlwiNTQyXCIsXCJBXCI6MjU1LFwiUlwiOjY4LFwiR1wiOjExNCxcIkJcIjoxOTZ9fSxcIklzVmlzaWJsZVwiOnRydWUsXCJXaWR0aFwiOjE4LjAsXCJIZWlnaHRcIjoyMC4wLFwiQm9yZGVyU3R5bGVcIjp7XCIkaWRcIjpcIjU0M1wiLFwiTGluZVN0eWxlXCI6e1wiJGlkXCI6XCI1NDRcIixcIkxpbmVDb2xvclwiOntcIiRpZFwiOlwiNTQ1XCIsXCJDb2xvclwiOntcIiRpZFwiOlwiNTQ2XCIsXCJBXCI6MjU1LFwiUlwiOjIzNCxcIkdcIjoyMixcIkJcIjozMH19LFwiTGluZVdlaWdodFwiOjIuMCxcIkxpbmVUeXBlXCI6MH0sXCJJc1Zpc2libGVcIjpmYWxzZX19LFwiVGl0bGVTdHlsZVwiOntcIiRpZFwiOlwiNTQ3XCIsXCJGb250U2V0dGluZ3NcIjp7XCIkaWRcIjpcIjU0OFwiLFwiRm9udFNpemVcIjoxMSxcIkZvbnROYW1lXCI6XCJDYWxpYnJpXCIsXCJJc0JvbGRcIjp0cnVlLFwiSXNJdGFsaWNcIjpmYWxzZSxcIklzVW5kZXJsaW5lZFwiOmZhbHNlfSxcIkZvcmVncm91bmRcIjp7XCIkaWRcIjpcIjU0OVwiLFwiQ29sb3JcIjp7XCIkaWRcIjpcIjU1MFwiLFwiQVwiOjI1NSxcIlJcIjowLFwiR1wiOjAsXCJCXCI6MH19LFwiSG9yaXpvbnRhbEFsaWdubWVudFwiOjIsXCJJc1Zpc2libGVcIjp0cnVlfSxcIkRhdGVTdHlsZVwiOntcIiRpZFwiOlwiNTUxXCIsXCJGb250U2V0dGluZ3NcIjp7XCIkaWRcIjpcIjU1MlwiLFwiRm9udFNpemVcIjoxMCxcIkZvbnROYW1lXCI6XCJDYWxpYnJpXCIsXCJJc0JvbGRcIjpmYWxzZSxcIklzSXRhbGljXCI6ZmFsc2UsXCJJc1VuZGVybGluZWRcIjpmYWxzZX0sXCJGb3JlZ3JvdW5kXCI6e1wiJGlkXCI6XCI1NTNcIixcIkNvbG9yXCI6e1wiJGlkXCI6XCI1NTRcIixcIkFcIjoyNTUsXCJSXCI6NjgsXCJHXCI6ODQsXCJCXCI6MTA2fX0sXCJIb3Jpem9udGFsQWxpZ25tZW50XCI6MixcIklzVmlzaWJsZVwiOmZhbHNlfSxcIkRhdGVGb3JtYXRcIjp7XCIkaWRcIjpcIjU1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ZcIixcIkZvcm1hdFwiOjAsXCJJc1Zpc2libGVcIjpmYWxzZSxcIkxhc3RLbm93blZpc2liaWxpdHlTdGF0ZVwiOmZhbHNlfX0sXCJEZWZhdWx0U3dpbWxhbmVUYXNrU3R5bGVcIjp7XCIkaWRcIjpcIjU1N1wiLFwiU2hhcGVcIjo3LFwiU2hhcGVUaGlja25lc3NcIjowLFwiRHVyYXRpb25Gb3JtYXRcIjo1LFwiUGVyY2VudGFnZUNvbXBsZXRlVGV4dFN0eWxlXCI6e1wiJGlkXCI6XCI1NThcIixcIkZvbnRTZXR0aW5nc1wiOntcIiRpZFwiOlwiNTU5XCIsXCJGb250U2l6ZVwiOjEwLFwiRm9udE5hbWVcIjpcIkNhbGlicmlcIixcIklzQm9sZFwiOmZhbHNlLFwiSXNJdGFsaWNcIjpmYWxzZSxcIklzVW5kZXJsaW5lZFwiOmZhbHNlfSxcIkZvcmVncm91bmRcIjp7XCIkaWRcIjpcIjU2MFwiLFwiQ29sb3JcIjp7XCIkaWRcIjpcIjU2MVwiLFwiQVwiOjI1NSxcIlJcIjoyMzcsXCJHXCI6MTI1LFwiQlwiOjQ5fX0sXCJIb3Jpem9udGFsQWxpZ25tZW50XCI6MCxcIklzVmlzaWJsZVwiOmZhbHNlfSxcIlBlcmNlbnRhZ2VDb21wbGV0ZUhpZ2hsaWdodFN0eWxlXCI6e1wiJGlkXCI6XCI1NjJcIixcIkJhY2tncm91bmRcIjp7XCIkaWRcIjpcIjU2M1wiLFwiQ29sb3JcIjp7XCIkaWRcIjpcIjU2NFwiLFwiQVwiOjg5LFwiUlwiOjAsXCJHXCI6MCxcIkJcIjowfX19LFwiRHVyYXRpb25TdHlsZVwiOntcIiRpZFwiOlwiNTY1XCIsXCJGb250U2V0dGluZ3NcIjp7XCIkaWRcIjpcIjU2NlwiLFwiRm9udFNpemVcIjoxMCxcIkZvbnROYW1lXCI6XCJDYWxpYnJpXCIsXCJJc0JvbGRcIjpmYWxzZSxcIklzSXRhbGljXCI6ZmFsc2UsXCJJc1VuZGVybGluZWRcIjpmYWxzZX0sXCJGb3JlZ3JvdW5kXCI6e1wiJGlkXCI6XCI1NjdcIixcIkNvbG9yXCI6e1wiJGlkXCI6XCI1NjhcIixcIkFcIjoyNTUsXCJSXCI6MjM3LFwiR1wiOjEyNSxcIkJcIjo0OX19LFwiSG9yaXpvbnRhbEFsaWdubWVudFwiOjAsXCJJc1Zpc2libGVcIjpmYWxzZX0sXCJNYXJnaW5cIjp7XCIkaWRcIjpcIjU2OVwiLFwiVG9wXCI6MC4wLFwiTGVmdFwiOjAuMCxcIlJpZ2h0XCI6MC4wLFwiQm90dG9tXCI6MC4wfSxcIlN0YXJ0RGF0ZVBvc2l0aW9uXCI6NCxcIkVuZERhdGVQb3NpdGlvblwiOjQsXCJUaXRsZVBvc2l0aW9uXCI6MyxcIkR1cmF0aW9uUG9zaXRpb25cIjowLFwiUGVyY2VudGFnZUNvbXBsZXRlZFBvc2l0aW9uXCI6MCxcIlNwYWNpbmdcIjozLFwiU2hhcGVTdHlsZVwiOntcIiRpZFwiOlwiNTcwXCIsXCJNYXJnaW5cIjp7XCIkaWRcIjpcIjU3MVwiLFwiVG9wXCI6MC4wLFwiTGVmdFwiOjQuMCxcIlJpZ2h0XCI6NC4wLFwiQm90dG9tXCI6MC4wfSxcIlBhZGRpbmdcIjp7XCIkaWRcIjpcIjU3MlwiLFwiVG9wXCI6MC4wLFwiTGVmdFwiOjAuMCxcIlJpZ2h0XCI6MC4wLFwiQm90dG9tXCI6MC4wfSxcIkJhY2tncm91bmRcIjp7XCIkaWRcIjpcIjU3M1wiLFwiQ29sb3JcIjp7XCIkaWRcIjpcIjU3NFwiLFwiQVwiOjI1NSxcIlJcIjo2OCxcIkdcIjoxMTQsXCJCXCI6MTk2fX0sXCJJc1Zpc2libGVcIjp0cnVlLFwiV2lkdGhcIjowLjAsXCJIZWlnaHRcIjoxMC4wLFwiQm9yZGVyU3R5bGVcIjp7XCIkaWRcIjpcIjU3NVwiLFwiTGluZVN0eWxlXCI6e1wiJGlkXCI6XCI1NzZcIixcIkxpbmVDb2xvclwiOntcIiRpZFwiOlwiNTc3XCIsXCJDb2xvclwiOntcIiRpZFwiOlwiNTc4XCIsXCJBXCI6MjU1LFwiUlwiOjIzNCxcIkdcIjoyMixcIkJcIjozMH19LFwiTGluZVdlaWdodFwiOjIuMCxcIkxpbmVUeXBlXCI6MH0sXCJJc1Zpc2libGVcIjpmYWxzZX19LFwiVGl0bGVTdHlsZVwiOntcIiRpZFwiOlwiNTc5XCIsXCJGb250U2V0dGluZ3NcIjp7XCIkaWRcIjpcIjU4MFwiLFwiRm9udFNpemVcIjoxMSxcIkZvbnROYW1lXCI6XCJDYWxpYnJpXCIsXCJJc0JvbGRcIjp0cnVlLFwiSXNJdGFsaWNcIjpmYWxzZSxcIklzVW5kZXJsaW5lZFwiOmZhbHNlfSxcIkZvcmVncm91bmRcIjp7XCIkaWRcIjpcIjU4MVwiLFwiQ29sb3JcIjp7XCIkaWRcIjpcIjU4MlwiLFwiQVwiOjI1NSxcIlJcIjowLFwiR1wiOjAsXCJCXCI6MH19LFwiSG9yaXpvbnRhbEFsaWdubWVudFwiOjIsXCJJc1Zpc2libGVcIjp0cnVlfSxcIkRhdGVTdHlsZVwiOntcIiRpZFwiOlwiNTgzXCIsXCJGb250U2V0dGluZ3NcIjp7XCIkaWRcIjpcIjU4NFwiLFwiRm9udFNpemVcIjoxMCxcIkZvbnROYW1lXCI6XCJDYWxpYnJpXCIsXCJJc0JvbGRcIjpmYWxzZSxcIklzSXRhbGljXCI6ZmFsc2UsXCJJc1VuZGVybGluZWRcIjpmYWxzZX0sXCJGb3JlZ3JvdW5kXCI6e1wiJGlkXCI6XCI1ODVcIixcIkNvbG9yXCI6e1wiJGlkXCI6XCI1ODZcIixcIkFcIjoyNTUsXCJSXCI6NjgsXCJHXCI6ODQsXCJCXCI6MTA2fX0sXCJIb3Jpem9udGFsQWxpZ25tZW50XCI6MCxcIklzVmlzaWJsZVwiOnRydWV9LFwiRGF0ZUZvcm1hdFwiOntcIiRpZFwiOlwiNTg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OFwiLFwiRm9ybWF0XCI6MCxcIklzVmlzaWJsZVwiOmZhbHNlLFwiTGFzdEtub3duVmlzaWJpbGl0eVN0YXRlXCI6ZmFsc2V9fSxcIkRlZmF1bHRTd2ltbGFuZU1vdFN0eWxlXCI6e1wiJGlkXCI6XCI1ODlcIixcIlNoYXBlXCI6MCxcIlNoYXBlU2l6ZVwiOjEsXCJEZXRhaWxzU3BhY2luZ1wiOjEuMCxcIlBhZGRpbmdcIjp7XCIkaWRcIjpcIjU5MFwiLFwiVG9wXCI6Ny4wLFwiTGVmdFwiOjMuMCxcIlJpZ2h0XCI6MC4wLFwiQm90dG9tXCI6Mi4wfSxcIlBvc2l0aW9uT25UYXNrXCI6MSxcIlNoYXBlU3R5bGVcIjp7XCIkaWRcIjpcIjU5MVwiLFwiTWFyZ2luXCI6e1wiJGlkXCI6XCI1OTJcIixcIlRvcFwiOjAuMCxcIkxlZnRcIjowLjAsXCJSaWdodFwiOjAuMCxcIkJvdHRvbVwiOjAuMH0sXCJQYWRkaW5nXCI6e1wiJGlkXCI6XCI1OTNcIixcIlRvcFwiOjAuMCxcIkxlZnRcIjowLjAsXCJSaWdodFwiOjAuMCxcIkJvdHRvbVwiOjAuMH0sXCJCYWNrZ3JvdW5kXCI6e1wiJGlkXCI6XCI1OTRcIixcIkNvbG9yXCI6e1wiJGlkXCI6XCI1OTVcIixcIkFcIjoyNTUsXCJSXCI6NjgsXCJHXCI6MTE0LFwiQlwiOjE5Nn19LFwiSXNWaXNpYmxlXCI6dHJ1ZSxcIldpZHRoXCI6MTguMCxcIkhlaWdodFwiOjIwLjAsXCJCb3JkZXJTdHlsZVwiOntcIiRpZFwiOlwiNTk2XCIsXCJMaW5lU3R5bGVcIjp7XCIkaWRcIjpcIjU5N1wiLFwiTGluZUNvbG9yXCI6e1wiJGlkXCI6XCI1OThcIixcIkNvbG9yXCI6e1wiJGlkXCI6XCI1OTlcIixcIkFcIjoyNTUsXCJSXCI6MjM0LFwiR1wiOjIyLFwiQlwiOjMwfX0sXCJMaW5lV2VpZ2h0XCI6MC4wLFwiTGluZVR5cGVcIjowfSxcIklzVmlzaWJsZVwiOmZhbHNlfX0sXCJUaXRsZVN0eWxlXCI6e1wiJGlkXCI6XCI2MDBcIixcIkZvbnRTZXR0aW5nc1wiOntcIiRpZFwiOlwiNjAxXCIsXCJGb250U2l6ZVwiOjExLFwiRm9udE5hbWVcIjpcIkNhbGlicmlcIixcIklzQm9sZFwiOnRydWUsXCJJc0l0YWxpY1wiOmZhbHNlLFwiSXNVbmRlcmxpbmVkXCI6ZmFsc2V9LFwiRm9yZWdyb3VuZFwiOntcIiRpZFwiOlwiNjAyXCIsXCJDb2xvclwiOntcIiRpZFwiOlwiNjAzXCIsXCJBXCI6MjU1LFwiUlwiOjAsXCJHXCI6MCxcIkJcIjowfX0sXCJIb3Jpem9udGFsQWxpZ25tZW50XCI6MSxcIklzVmlzaWJsZVwiOnRydWV9LFwiRGF0ZVN0eWxlXCI6e1wiJGlkXCI6XCI2MDRcIixcIkZvbnRTZXR0aW5nc1wiOntcIiRpZFwiOlwiNjA1XCIsXCJGb250U2l6ZVwiOjEwLFwiRm9udE5hbWVcIjpcIkNhbGlicmlcIixcIklzQm9sZFwiOmZhbHNlLFwiSXNJdGFsaWNcIjpmYWxzZSxcIklzVW5kZXJsaW5lZFwiOmZhbHNlfSxcIkZvcmVncm91bmRcIjp7XCIkaWRcIjpcIjYwNlwiLFwiQ29sb3JcIjp7XCIkaWRcIjpcIjYwN1wiLFwiQVwiOjI1NSxcIlJcIjo2OCxcIkdcIjo4NCxcIkJcIjoxMDZ9fSxcIkhvcml6b250YWxBbGlnbm1lbnRcIjowLFwiSXNWaXNpYmxlXCI6ZmFsc2V9LFwiRGF0ZUZvcm1hdFwiOntcIiRpZFwiOlwiNjA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wOVwiLFwiRm9ybWF0XCI6MCxcIklzVmlzaWJsZVwiOmZhbHNlLFwiTGFzdEtub3duVmlzaWJpbGl0eVN0YXRlXCI6ZmFsc2V9fX1dLFwiR3JpZGxpbmVQYW5lbFN0eWxlXCI6e1wiJGlkXCI6XCI2MTBcIixcIkdyaWRsaW5lU3R5bGVcIjp7XCIkaWRcIjpcIjYxMVwiLFwiTGluZUNvbG9yXCI6e1wiJGlkXCI6XCI2MTJcIixcIkNvbG9yXCI6e1wiJGlkXCI6XCI2MTNcIixcIkFcIjozOCxcIlJcIjowLFwiR1wiOjAsXCJCXCI6MH19LFwiTGluZVdlaWdodFwiOjEuMCxcIkxpbmVUeXBlXCI6MH0sXCJJc1Zpc2libGVcIjp0cnVlfSxcIkFjdGl2aXR5TGluZVBhbmVsU3R5bGVcIjp7XCIkaWRcIjpcIjYxNFwiLFwiQWN0aXZpdHlMaW5lU3R5bGVcIjp7XCIkaWRcIjpcIjYxNVwiLFwiTGluZUNvbG9yXCI6e1wiJGlkXCI6XCI2MTZcIixcIkNvbG9yXCI6e1wiJGlkXCI6XCI2MTdcIixcIkFcIjozOCxcIlJcIjo2OCxcIkdcIjoxMTQsXCJCXCI6MTk2fX0sXCJMaW5lV2VpZ2h0XCI6MS4wLFwiTGluZVR5cGVcIjowfSxcIklzVmlzaWJsZVwiOnRydWV9LFwiRGVmYXVsdERlcGVuZGVuY3lTdHlsZVwiOntcIiRpZFwiOlwiNjE4XCIsXCJMaW5lU3R5bGVcIjp7XCIkaWRcIjpcIjYxOVwiLFwiTGluZUNvbG9yXCI6e1wiJGlkXCI6XCI2MjBcIixcIkNvbG9yXCI6e1wiJGlkXCI6XCI2MjFcIixcIkFcIjoyNTUsXCJSXCI6MCxcIkdcIjowLFwiQlwiOjB9fSxcIkxpbmVXZWlnaHRcIjoxLjAsXCJMaW5lVHlwZVwiOjB9LFwiRW5kQXJyb3doZWFkTGluZVN0eWxlXCI6e1wiJGlkXCI6XCI2MjJcIixcIktpbmRcIjoxLFwiV2lkdGhcIjoxLFwiTGVuZ3RoXCI6MH0sXCJCcmluZ1RvRnJvbnRcIjp0cnVlLFwiUmFkaXVzXCI6MC4wfSxcIkNyaXRpY2FsUGF0aFN0eWxlXCI6e1wiJGlkXCI6XCI2MjNcIixcIkNyaXRpY2FsUGF0aFN0eWxlT3B0aW9uc1wiOjE0LFwiTGluZVN0eWxlXCI6e1wiJGlkXCI6XCI2MjRcIixcIkxpbmVDb2xvclwiOntcIiRpZFwiOlwiNjI1XCIsXCJDb2xvclwiOntcIiRpZFwiOlwiNjI2XCIsXCJBXCI6MjU1LFwiUlwiOjIyMixcIkdcIjo1MCxcIkJcIjo1MH19LFwiTGluZVdlaWdodFwiOjEuMCxcIkxpbmVUeXBlXCI6MH0sXCJUaXRsZUZvcmVncm91bmRcIjp7XCIkaWRcIjpcIjYyN1wiLFwiQ29sb3JcIjp7XCIkaWRcIjpcIjYyOFwiLFwiQVwiOjI1NSxcIlJcIjoxNzYsXCJHXCI6MTksXCJCXCI6MjV9fSxcIlNoYXBlc0JhY2tncm91bmRcIjp7XCIkaWRcIjpcIjYyOVwiLFwiQ29sb3JcIjp7XCIkaWRcIjpcIjYzMFwiLFwiQVwiOjI1NSxcIlJcIjoyNTMsXCJHXCI6MjAzLFwiQlwiOjIwOH19LFwiU2hhcGVzQm9yZGVyU3R5bGVcIjp7XCIkaWRcIjpcIjYzMVwiLFwiTGluZUNvbG9yXCI6e1wiJGlkXCI6XCI2MzJcIixcIkNvbG9yXCI6e1wiJGlkXCI6XCI2MzNcIixcIkFcIjoyNTUsXCJSXCI6MjIyLFwiR1wiOjUwLFwiQlwiOjUwfX0sXCJMaW5lV2VpZ2h0XCI6Mi4wLFwiTGluZVR5cGVcIjowfX0sXCJQYW5lbHNTcGFjaW5nRGVmaW5pdGlvblwiOntcIiRpZFwiOlwiNjM0XCIsXCJTcGFjaW5nQWJvdmVUaW1lYmFuZFwiOjE2LFwiU3BhY2luZ0JlbG93VGltZWJhbmRcIjoxNixcIlNwYWNpbmdBYm92ZUJldHdlZW5Td2ltbGFuZXNBbmRUYXNrc1wiOjE2LFwiU3BhY2luZ0JlbG93QmV0d2VlblN3aW1sYW5lc0FuZFRhc2tzXCI6MTZ9LFwiX3NlbGVjdGVkVGhlbWVQcmVzZXRDb2xvcnNcIjp7XCIkaWRcIjpcIjYzNVwiLFwiVGV4dExpZ2h0XCI6e1wiJGlkXCI6XCI2MzZcIixcIkFcIjoyNTUsXCJSXCI6MjU1LFwiR1wiOjI1NSxcIkJcIjoyNTV9LFwiVGV4dERhcmtcIjp7XCIkaWRcIjpcIjYzN1wiLFwiQVwiOjI1NSxcIlJcIjowLFwiR1wiOjAsXCJCXCI6MH0sXCJBY2NlbnQxXCI6e1wiJGlkXCI6XCI2MzhcIixcIkFcIjoyNTUsXCJSXCI6MjU1LFwiR1wiOjI1NSxcIkJcIjoyNTV9LFwiQWNjZW50MlwiOntcIiRpZFwiOlwiNjM5XCIsXCJBXCI6MjU1LFwiUlwiOjY0LFwiR1wiOjY0LFwiQlwiOjY0fSxcIkFjY2VudDNcIjp7XCIkaWRcIjpcIjY0MFwiLFwiQVwiOjI1NSxcIlJcIjoyNTUsXCJHXCI6MTkyLFwiQlwiOjB9LFwiQWNjZW50NFwiOntcIiRpZFwiOlwiNjQxXCIsXCJBXCI6MjU1LFwiUlwiOjIzNyxcIkdcIjoxMjUsXCJCXCI6NDl9LFwiQWNjZW50NVwiOntcIiRpZFwiOlwiNjQyXCIsXCJBXCI6MjU1LFwiUlwiOjExMixcIkdcIjoxNzMsXCJCXCI6NzF9LFwiQWNjZW50NlwiOntcIiRpZFwiOlwiNjQzXCIsXCJBXCI6MjU1LFwiUlwiOjY4LFwiR1wiOjExNCxcIkJcIjoxOTZ9LFwiQWNjZW50N1wiOntcIiRpZFwiOlwiNjQ0XCIsXCJBXCI6MjU1LFwiUlwiOjE2MCxcIkdcIjo0MyxcIkJcIjoxNDd9LFwiQWNjZW50OFwiOntcIiRpZFwiOlwiNjQ1XCIsXCJBXCI6MjU1LFwiUlwiOjc4LFwiR1wiOjE2NyxcIkJcIjo0Nn19LFwiX2N1c3RvbVByZXNldENvbG9yc1wiOntcIiRpZFwiOlwiNjQ2XCJ9fX0ifSwiU2V0dGluZ3MiOnsiJGlkIjoiMzM1NiIsIkltcGFPcHRpb25zIjp7IiRpZCI6IjMzN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zMzU4IiwiVXNlVGltZSI6ZmFsc2UsIldvcmtEYXlTdGFydCI6IjAwOjAwOjAwIiwiV29ya0RheUVuZCI6IjIzOjU5OjAwIn0sIkxhc3RVc2VkVGVtcGxhdGVJZCI6IjgyYTc3NjA2LWI2NGEtNDg1ZC1hZjQxLTFhZTM3OGM5YTVkNCIsIkxhc3RVc2VkVGhlbWVEZXRhaWxzIjp7IiRpZCI6IjMzNTkiLCJJZCI6Ijg1MWQyZGM0LTM0N2YtNGQxMy04OGVhLWEzYzU0ZmM1ZjEwOCIsIlRpdGxlIjoiVW50aXRsZWQgdGhlbWUiLCJDYXRlZ29yeSI6Mn0sIkZpcnN0V2Vla09mWWVhciI6MCwiUGxhY2VNaWxlc3RvbmVBdFRoZUJlZ2lubmluZ09mVGhlRGF5IjpmYWxzZSwiRGVwZW5kZW5jeVNjaGVkdWxpbmdTZXR0aW5ncyI6eyIkaWQiOiIzMzY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EZXBlbmRlbmNpZXMiOnsiX2RlcGVuZGVuY2llcyI6W119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SHAPEPADDINGTOP" val="7"/>
  <p:tag name="OTLTIMEBANDELAPSEDTIMEEXTENSION" val="False"/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22-12-25T03:44:00.0000000"/>
  <p:tag name="OTLTIMEBANDWORKINGDAYS" val="Standard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16"/>
  <p:tag name="OTLTIMEBANDSPACINGBELOW" val="16"/>
  <p:tag name="OTLTIMEBANDSPACINGABOVEFORSWLANDTASKS" val="16"/>
  <p:tag name="OTLTIMEBANDSPACINGBELOWFORSWLANDTASKS" val="16"/>
  <p:tag name="OTLTIMEBANDSCALEFORMAT" val="MMM"/>
  <p:tag name="OTLTIMEBANDSCALETYPE" val="Quarters"/>
  <p:tag name="OTLTIMEBANDSHAPETYPE" val="RectangleTimeband"/>
  <p:tag name="OTLTIMEBANDSHAPEHEIGHT" val="30"/>
  <p:tag name="OTLTIMEBANDSHAPEPADDINGLEFT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1-28T00:00:00.0000000Z"/>
  <p:tag name="OTLENDDATE" val="2022-03-31T18:57:00.0000000Z"/>
  <p:tag name="OTLPERCENTAGE" val="100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1-02T00:00:00.0000000Z"/>
  <p:tag name="OTLENDDATE" val="2022-03-31T19:44:00.0000000Z"/>
  <p:tag name="OTLPERCENTAGE" val="100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2-23T14:36:00.0000000Z"/>
  <p:tag name="OTLENDDATE" val="2022-04-07T00:24:00.0000000Z"/>
  <p:tag name="OTLPERCENTAGE" val="100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4-02T00:00:00.0000000Z"/>
  <p:tag name="OTLENDDATE" val="2022-06-02T13:00:00.0000000Z"/>
  <p:tag name="OTLPERCENTAGE" val="75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4-02T00:00:00.0000000Z"/>
  <p:tag name="OTLENDDATE" val="2022-04-28T07:18:00.0000000Z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2-02T21:03:00.0000000Z"/>
  <p:tag name="OTLENDDATE" val="2022-04-07T20:59:00.0000000Z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6-05T23:51:00.0000000Z"/>
  <p:tag name="OTLENDDATE" val="2022-08-05T12:55:00.0000000Z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4-02T00:00:00.0000000Z"/>
  <p:tag name="OTLENDDATE" val="2022-06-10T23:59:00.0000000Z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7-07T00:00:00.0000000Z"/>
  <p:tag name="OTLENDDATE" val="2022-09-14T23:59:00.0000000Z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2-17T09:13:00.0000000Z"/>
  <p:tag name="OTLENDDATE" val="2022-03-31T20:01:00.0000000Z"/>
  <p:tag name="OTLPERCENTAGE" val="75"/>
  <p:tag name="OTLDURATIONFORMAT" val="wk"/>
  <p:tag name="OTLSPACING" val="3"/>
  <p:tag name="OTLSHAPETHICKNESSTYPE" val="Thin"/>
  <p:tag name="OTLWEEKNUMBERINGFORMAT" val="WNFormat1"/>
  <p:tag name="OTLWEEKNUMBERINGISVISIBLE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9-01T14:52:00.0000000Z"/>
  <p:tag name="OTLENDDATE" val="2022-10-21T01:51:00.0000000Z"/>
  <p:tag name="OTLDURATIONFORMAT" val="wk"/>
  <p:tag name="OTLSPACING" val="3"/>
  <p:tag name="OTLSHAPETHICKNESSTYPE" val="Thin"/>
  <p:tag name="OTLWEEKNUMBERINGFORMAT" val="WNFormat1"/>
  <p:tag name="OTLWEEKNUMBERINGISVISIBLE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4-01T02:34:00.0000000Z"/>
  <p:tag name="OTLENDDATE" val="2022-09-01T22:08:00.0000000Z"/>
  <p:tag name="OTLDURATIONFORMAT" val="wk"/>
  <p:tag name="OTLSPACING" val="3"/>
  <p:tag name="OTLSHAPETHICKNESSTYPE" val="Thin"/>
  <p:tag name="OTLWEEKNUMBERINGFORMAT" val="WNFormat1"/>
  <p:tag name="OTLWEEKNUMBERINGISVISIBLE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10-21T01:55:00.0000000Z"/>
  <p:tag name="OTLENDDATE" val="2022-12-25T03:44:00.0000000Z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6-04T00:00:00.0000000Z"/>
  <p:tag name="OTLENDDATE" val="2022-07-11T23:58:00.0000000Z"/>
  <p:tag name="OTLPERCENTAGE" val="75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8-03T00:00:00.0000000Z"/>
  <p:tag name="OTLENDDATE" val="2022-10-28T05:38:00.0000000Z"/>
  <p:tag name="OTLPERCENTAGE" val="75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2-07-13T22:25:00.0000000Z"/>
  <p:tag name="OTLENDDATE" val="2022-09-30T07:36:00.0000000Z"/>
  <p:tag name="OTLPERCENTAGE" val="75"/>
  <p:tag name="OTLDURATIONFORMAT" val="day"/>
  <p:tag name="OTLSPACING" val="3"/>
  <p:tag name="OTLSHAPETHICKNESSTYPE" val="Thin"/>
  <p:tag name="OTLWEEKNUMBERINGFORMAT" val="WNFormat1"/>
  <p:tag name="OTLWEEKNUMBERINGISVISIBLE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Quality Metrics"/>
  <p:tag name="OTLDATE" val="2022-05-19T23:59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Sales Dashboard"/>
  <p:tag name="OTLDATE" val="2022-12-20T23:59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Service Metrics"/>
  <p:tag name="OTLDATE" val="2022-04-01T00:00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Real-time Reporting"/>
  <p:tag name="OTLDATE" val="2022-12-21T00:00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Conversion Metrics"/>
  <p:tag name="OTLDATE" val="2022-10-18T21:58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Service Dashboard"/>
  <p:tag name="OTLDATE" val="2022-08-10T23:59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Real-time Analytics"/>
  <p:tag name="OTLDATE" val="2022-10-19T00:00:00.0000000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yyyy/MMM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Q1 Review"/>
  <p:tag name="OTLDATE" val="2022-03-31T23:59:00.0000000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yyyy/MMM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Q2 Review"/>
  <p:tag name="OTLDATE" val="2022-07-05T00:00:00.0000000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yyyy/MMM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Q3 Review"/>
  <p:tag name="OTLDATE" val="2022-09-27T23:59:00.0000000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yyyy/MMM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Q4 Review"/>
  <p:tag name="OTLDATE" val="2022-12-20T23:59:00.0000000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Kickoff Meeting"/>
  <p:tag name="OTLDATE" val="2022-01-16T23:59:00.0000000"/>
  <p:tag name="OTLPOSITIONONTASK" val="Center"/>
  <p:tag name="OTLRELATEDTASKID" val="1f3ecdb5-2321-4d1c-858a-b8fb12392a13"/>
  <p:tag name="OTLWEEKNUMBERINGFORMAT" val="WNFormat1"/>
  <p:tag name="OTLWEEKNUMBERINGISVISIBLE" val="Fals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KPIs Defined"/>
  <p:tag name="OTLDATE" val="2022-03-31T23:59:00.0000000"/>
  <p:tag name="OTLPOSITIONONTASK" val="Center"/>
  <p:tag name="OTLRELATEDTASKID" val="840d1906-cb10-4b01-bde1-5bb78e8e323b"/>
  <p:tag name="OTLWEEKNUMBERINGFORMAT" val="WNFormat1"/>
  <p:tag name="OTLWEEKNUMBERINGISVISIBLE" val="Fals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Competitor Review"/>
  <p:tag name="OTLDATE" val="2022-03-31T23:59:00.0000000"/>
  <p:tag name="OTLPOSITIONONTASK" val="Center"/>
  <p:tag name="OTLRELATEDTASKID" val="44de9765-e720-4557-b882-97f4709b8c30"/>
  <p:tag name="OTLWEEKNUMBERINGFORMAT" val="WNFormat1"/>
  <p:tag name="OTLWEEKNUMBERINGISVISIBLE" val="Fals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rice List (Hypothesis)"/>
  <p:tag name="OTLDATE" val="2022-06-07T23:59:00.0000000"/>
  <p:tag name="OTLPOSITIONONTASK" val="Center"/>
  <p:tag name="OTLRELATEDTASKID" val="c7770eb3-e434-4450-83eb-f0cda53241c7"/>
  <p:tag name="OTLWEEKNUMBERINGFORMAT" val="WNFormat1"/>
  <p:tag name="OTLWEEKNUMBERINGISVISIBLE" val="Fals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Final Price List"/>
  <p:tag name="OTLDATE" val="2022-07-28T23:59:00.0000000"/>
  <p:tag name="OTLPOSITIONONTASK" val="Center"/>
  <p:tag name="OTLRELATEDTASKID" val="f1b03b9f-adb2-46d6-b74e-ef66d2c662d1"/>
  <p:tag name="OTLWEEKNUMBERINGFORMAT" val="WNFormat1"/>
  <p:tag name="OTLWEEKNUMBERINGISVISIBLE" val="Fals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Alpha"/>
  <p:tag name="OTLDATE" val="2022-05-20T00:00:00.0000000"/>
  <p:tag name="OTLPOSITIONONTASK" val="Center"/>
  <p:tag name="OTLRELATEDTASKID" val="fa8886b7-69a5-4c02-817a-aba54576e921"/>
  <p:tag name="OTLWEEKNUMBERINGFORMAT" val="WNFormat1"/>
  <p:tag name="OTLWEEKNUMBERINGISVISIBLE" val="Fals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rivate Beta"/>
  <p:tag name="OTLDATE" val="2022-06-30T23:59:00.0000000"/>
  <p:tag name="OTLPOSITIONONTASK" val="Center"/>
  <p:tag name="OTLRELATEDTASKID" val="fa8886b7-69a5-4c02-817a-aba54576e921"/>
  <p:tag name="OTLWEEKNUMBERINGFORMAT" val="WNFormat1"/>
  <p:tag name="OTLWEEKNUMBERINGISVISIBLE" val="Fals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ublic Beta"/>
  <p:tag name="OTLDATE" val="2022-08-10T23:59:00.0000000"/>
  <p:tag name="OTLPOSITIONONTASK" val="Center"/>
  <p:tag name="OTLRELATEDTASKID" val="fa8886b7-69a5-4c02-817a-aba54576e921"/>
  <p:tag name="OTLWEEKNUMBERINGFORMAT" val="WNFormat1"/>
  <p:tag name="OTLWEEKNUMBERINGISVISIBLE" val="Fals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Staging"/>
  <p:tag name="OTLDATE" val="2022-11-15T23:59:00.0000000"/>
  <p:tag name="OTLPOSITIONONTASK" val="Center"/>
  <p:tag name="OTLRELATEDTASKID" val="db841b2d-c0b5-434e-8300-8cd4d4e540bc"/>
  <p:tag name="OTLWEEKNUMBERINGFORMAT" val="WNFormat1"/>
  <p:tag name="OTLWEEKNUMBERINGISVISIBLE" val="Fals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Go Live!"/>
  <p:tag name="OTLDATE" val="2022-12-20T23:59:00.0000000"/>
  <p:tag name="OTLPOSITIONONTASK" val="Center"/>
  <p:tag name="OTLRELATEDTASKID" val="db841b2d-c0b5-434e-8300-8cd4d4e540bc"/>
  <p:tag name="OTLWEEKNUMBERINGFORMAT" val="WNFormat1"/>
  <p:tag name="OTLWEEKNUMBERINGISVISIBLE" val="Fals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Widescreen</PresentationFormat>
  <Paragraphs>119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2_Office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2019-10-22T14:52:20Z</dcterms:created>
  <dcterms:modified xsi:type="dcterms:W3CDTF">2024-10-17T09:22:39Z</dcterms:modified>
</cp:coreProperties>
</file>